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7" r:id="rId5"/>
    <p:sldId id="2147483639" r:id="rId6"/>
    <p:sldId id="2147477594" r:id="rId7"/>
    <p:sldId id="2147483635" r:id="rId8"/>
    <p:sldId id="498" r:id="rId9"/>
    <p:sldId id="270" r:id="rId10"/>
    <p:sldId id="271" r:id="rId11"/>
    <p:sldId id="272" r:id="rId12"/>
    <p:sldId id="488" r:id="rId13"/>
    <p:sldId id="273" r:id="rId14"/>
    <p:sldId id="262" r:id="rId15"/>
    <p:sldId id="267" r:id="rId16"/>
    <p:sldId id="260" r:id="rId17"/>
    <p:sldId id="2147483637" r:id="rId18"/>
    <p:sldId id="2147483634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BC0F69F-DCCA-2443-8514-160439D09A01}">
          <p14:sldIdLst>
            <p14:sldId id="257"/>
          </p14:sldIdLst>
        </p14:section>
        <p14:section name="01" id="{C2802CC9-4564-2D46-91D3-6D5E0B9A621C}">
          <p14:sldIdLst>
            <p14:sldId id="2147483639"/>
            <p14:sldId id="2147477594"/>
            <p14:sldId id="2147483635"/>
            <p14:sldId id="498"/>
            <p14:sldId id="270"/>
            <p14:sldId id="271"/>
            <p14:sldId id="272"/>
            <p14:sldId id="488"/>
            <p14:sldId id="273"/>
            <p14:sldId id="262"/>
            <p14:sldId id="267"/>
            <p14:sldId id="260"/>
          </p14:sldIdLst>
        </p14:section>
        <p14:section name="Intro" id="{56E93BE9-886C-D540-B770-DED75FC1DBE4}">
          <p14:sldIdLst>
            <p14:sldId id="2147483637"/>
            <p14:sldId id="2147483634"/>
          </p14:sldIdLst>
        </p14:section>
        <p14:section name="Annex" id="{ACAF6136-937E-444A-B103-1423BF11771D}">
          <p14:sldIdLst/>
        </p14:section>
        <p14:section name="BACKUP (da cancellare)" id="{F567ABEB-ADB1-ED41-B33A-D50E391C484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0FD4"/>
    <a:srgbClr val="D2AAF8"/>
    <a:srgbClr val="F0EDE9"/>
    <a:srgbClr val="B35BFE"/>
    <a:srgbClr val="4F4F4F"/>
    <a:srgbClr val="FAFAFA"/>
    <a:srgbClr val="9645FD"/>
    <a:srgbClr val="18102C"/>
    <a:srgbClr val="BA96F5"/>
    <a:srgbClr val="9D7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Stile medio 4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2" d="100"/>
          <a:sy n="102" d="100"/>
        </p:scale>
        <p:origin x="1400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6E4A3-887A-364B-A74E-B201921E69D6}" type="datetimeFigureOut">
              <a:rPr lang="it-IT" smtClean="0"/>
              <a:t>27/04/26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6703E-3D2E-AA4F-AED9-C1CA13AEB5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3288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703E-3D2E-AA4F-AED9-C1CA13AEB56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7806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E8739-0EFB-C3F8-57EE-FADD84CC5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05CEF31-41BE-C5E2-3B62-A147CC3C0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D60B594-C601-C67E-BA48-DFED477AD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Accenture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Song's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Inclusive Design team &amp; Accessibility team,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day to build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robust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accessibility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clients.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6B76E2A-D6F5-1E52-82F6-FE8422210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703E-3D2E-AA4F-AED9-C1CA13AEB56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9081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703E-3D2E-AA4F-AED9-C1CA13AEB56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6169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703E-3D2E-AA4F-AED9-C1CA13AEB56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6615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703E-3D2E-AA4F-AED9-C1CA13AEB56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8469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E5691-3AF0-43E5-FF06-59C27A87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B644937-7C5B-D957-F0E4-28C516C71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46FF7A1-45F0-C931-FA60-FB933AF12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A5CED6-D59B-D8C9-632B-034123657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703E-3D2E-AA4F-AED9-C1CA13AEB56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6594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3B71D-192D-CF41-09C1-C3B2457C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85AEF73-11FB-9F50-6A0C-0F22D00A0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4D06FB7-43E1-8919-FEBC-66FBC3D92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E00BDE8-34D4-5766-E62C-C371AABDF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703E-3D2E-AA4F-AED9-C1CA13AEB56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1140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5E939-0AD6-A4BD-8FE1-0E7F37FB3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0890ECD-EDBE-D87F-E4C9-CFE8D4BB8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CBAAD6B-845D-62EC-AE24-B7CAA4B95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460AFE-7DDE-C617-BA79-DC9C0F748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703E-3D2E-AA4F-AED9-C1CA13AEB56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3790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703E-3D2E-AA4F-AED9-C1CA13AEB56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8706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3B06C-0B7D-5F4C-C7EA-6EB064B2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968045F-D600-3A0C-BFE3-5855DAFBA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A275B5F-F495-7040-DD05-96096DEE5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6D6137-E34B-2C8F-5196-804793317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703E-3D2E-AA4F-AED9-C1CA13AEB56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131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0040-9619-F21D-34D5-1B7C1C5FB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1274B4F-DE00-3AB5-C123-D1F5B7D18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DEFB562-8486-A67C-5510-46CC33527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Dove gli altri vedono ostacoli, noi costruiamo accessibilità</a:t>
            </a: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1911B74-FDAD-A46F-02E3-8A6426B10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4B924-B0E5-1148-94DC-2B88C2046FA8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4293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v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A069FE9-CE6C-CFC0-5339-836F3E62B22B}"/>
              </a:ext>
            </a:extLst>
          </p:cNvPr>
          <p:cNvSpPr txBox="1">
            <a:spLocks/>
          </p:cNvSpPr>
          <p:nvPr userDrawn="1"/>
        </p:nvSpPr>
        <p:spPr>
          <a:xfrm>
            <a:off x="8294082" y="6362408"/>
            <a:ext cx="3175200" cy="13252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alpha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bg1"/>
                </a:solidFill>
                <a:latin typeface="Graphik Regular" panose="020B0503030202060203" pitchFamily="34" charset="-18"/>
              </a:rPr>
              <a:t>Copyright © 202</a:t>
            </a:r>
            <a:r>
              <a:rPr lang="pl-PL" sz="800">
                <a:solidFill>
                  <a:schemeClr val="bg1"/>
                </a:solidFill>
                <a:latin typeface="Graphik Regular" panose="020B0503030202060203" pitchFamily="34" charset="-18"/>
              </a:rPr>
              <a:t>6</a:t>
            </a:r>
            <a:r>
              <a:rPr lang="en-US" sz="800">
                <a:solidFill>
                  <a:schemeClr val="bg1"/>
                </a:solidFill>
                <a:latin typeface="Graphik Regular" panose="020B0503030202060203" pitchFamily="34" charset="-18"/>
              </a:rPr>
              <a:t>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3545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fondo bianco_intes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8">
            <a:extLst>
              <a:ext uri="{FF2B5EF4-FFF2-40B4-BE49-F238E27FC236}">
                <a16:creationId xmlns:a16="http://schemas.microsoft.com/office/drawing/2014/main" id="{25379929-871B-5CDE-F95E-1E34135532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07010A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Nome capitolo</a:t>
            </a:r>
          </a:p>
        </p:txBody>
      </p:sp>
      <p:sp>
        <p:nvSpPr>
          <p:cNvPr id="6" name="Segnaposto testo 8">
            <a:extLst>
              <a:ext uri="{FF2B5EF4-FFF2-40B4-BE49-F238E27FC236}">
                <a16:creationId xmlns:a16="http://schemas.microsoft.com/office/drawing/2014/main" id="{3681B5D8-D7AB-BF02-3CE8-A99632B986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7010A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448166BD-6F35-6B61-60E8-194060C6DCF9}"/>
              </a:ext>
            </a:extLst>
          </p:cNvPr>
          <p:cNvSpPr txBox="1">
            <a:spLocks/>
          </p:cNvSpPr>
          <p:nvPr userDrawn="1"/>
        </p:nvSpPr>
        <p:spPr>
          <a:xfrm>
            <a:off x="11472457" y="6362404"/>
            <a:ext cx="271837" cy="132523"/>
          </a:xfrm>
          <a:prstGeom prst="rect">
            <a:avLst/>
          </a:prstGeom>
        </p:spPr>
        <p:txBody>
          <a:bodyPr lIns="71991" tIns="0" rIns="0" bIns="0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8EB60C-7CC2-49F0-B2EE-C81F067DE041}" type="slidenum">
              <a:rPr lang="en-US" sz="800" smtClean="0">
                <a:solidFill>
                  <a:srgbClr val="07010A"/>
                </a:solidFill>
              </a:rPr>
              <a:pPr/>
              <a:t>‹N›</a:t>
            </a:fld>
            <a:endParaRPr lang="en-US" sz="800">
              <a:solidFill>
                <a:srgbClr val="07010A"/>
              </a:solidFill>
            </a:endParaRPr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BD6F9278-A2A2-F5AA-CA47-FC7C3C4280CC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706" y="6281054"/>
            <a:ext cx="279615" cy="2952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21D58-DD5E-BA08-523B-9EF5639E1327}"/>
              </a:ext>
            </a:extLst>
          </p:cNvPr>
          <p:cNvSpPr txBox="1">
            <a:spLocks/>
          </p:cNvSpPr>
          <p:nvPr userDrawn="1"/>
        </p:nvSpPr>
        <p:spPr>
          <a:xfrm>
            <a:off x="8297257" y="6362404"/>
            <a:ext cx="3175200" cy="13252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alpha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07010A"/>
                </a:solidFill>
                <a:latin typeface="Graphik Regular" panose="020B0503030202060203" pitchFamily="34" charset="-18"/>
              </a:rPr>
              <a:t>Copyright © 202</a:t>
            </a:r>
            <a:r>
              <a:rPr lang="pl-PL" sz="800">
                <a:solidFill>
                  <a:srgbClr val="07010A"/>
                </a:solidFill>
                <a:latin typeface="Graphik Regular" panose="020B0503030202060203" pitchFamily="34" charset="-18"/>
              </a:rPr>
              <a:t>6</a:t>
            </a:r>
            <a:r>
              <a:rPr lang="en-US" sz="800">
                <a:solidFill>
                  <a:srgbClr val="07010A"/>
                </a:solidFill>
                <a:latin typeface="Graphik Regular" panose="020B0503030202060203" pitchFamily="34" charset="-18"/>
              </a:rPr>
              <a:t>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01459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fondo bianco_intes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europe with different colors&#10;&#10;AI-generated content may be incorrect.">
            <a:extLst>
              <a:ext uri="{FF2B5EF4-FFF2-40B4-BE49-F238E27FC236}">
                <a16:creationId xmlns:a16="http://schemas.microsoft.com/office/drawing/2014/main" id="{50E81BC9-7F67-31CE-D8F3-CD8F38FE80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egnaposto testo 8">
            <a:extLst>
              <a:ext uri="{FF2B5EF4-FFF2-40B4-BE49-F238E27FC236}">
                <a16:creationId xmlns:a16="http://schemas.microsoft.com/office/drawing/2014/main" id="{25379929-871B-5CDE-F95E-1E34135532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07010A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Nome capitolo</a:t>
            </a:r>
          </a:p>
        </p:txBody>
      </p:sp>
      <p:sp>
        <p:nvSpPr>
          <p:cNvPr id="6" name="Segnaposto testo 8">
            <a:extLst>
              <a:ext uri="{FF2B5EF4-FFF2-40B4-BE49-F238E27FC236}">
                <a16:creationId xmlns:a16="http://schemas.microsoft.com/office/drawing/2014/main" id="{3681B5D8-D7AB-BF02-3CE8-A99632B986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7010A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448166BD-6F35-6B61-60E8-194060C6DCF9}"/>
              </a:ext>
            </a:extLst>
          </p:cNvPr>
          <p:cNvSpPr txBox="1">
            <a:spLocks/>
          </p:cNvSpPr>
          <p:nvPr userDrawn="1"/>
        </p:nvSpPr>
        <p:spPr>
          <a:xfrm>
            <a:off x="11472457" y="6362404"/>
            <a:ext cx="271837" cy="132523"/>
          </a:xfrm>
          <a:prstGeom prst="rect">
            <a:avLst/>
          </a:prstGeom>
        </p:spPr>
        <p:txBody>
          <a:bodyPr lIns="71991" tIns="0" rIns="0" bIns="0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8EB60C-7CC2-49F0-B2EE-C81F067DE041}" type="slidenum">
              <a:rPr lang="en-US" sz="800" smtClean="0">
                <a:solidFill>
                  <a:srgbClr val="07010A"/>
                </a:solidFill>
              </a:rPr>
              <a:pPr/>
              <a:t>‹N›</a:t>
            </a:fld>
            <a:endParaRPr lang="en-US" sz="800">
              <a:solidFill>
                <a:srgbClr val="07010A"/>
              </a:solidFill>
            </a:endParaRPr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BD6F9278-A2A2-F5AA-CA47-FC7C3C4280CC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706" y="6281054"/>
            <a:ext cx="279615" cy="2952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21D58-DD5E-BA08-523B-9EF5639E1327}"/>
              </a:ext>
            </a:extLst>
          </p:cNvPr>
          <p:cNvSpPr txBox="1">
            <a:spLocks/>
          </p:cNvSpPr>
          <p:nvPr userDrawn="1"/>
        </p:nvSpPr>
        <p:spPr>
          <a:xfrm>
            <a:off x="8297257" y="6362404"/>
            <a:ext cx="3175200" cy="13252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alpha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07010A"/>
                </a:solidFill>
                <a:latin typeface="Graphik Regular" panose="020B0503030202060203" pitchFamily="34" charset="-18"/>
              </a:rPr>
              <a:t>Copyright © 202</a:t>
            </a:r>
            <a:r>
              <a:rPr lang="pl-PL" sz="800">
                <a:solidFill>
                  <a:srgbClr val="07010A"/>
                </a:solidFill>
                <a:latin typeface="Graphik Regular" panose="020B0503030202060203" pitchFamily="34" charset="-18"/>
              </a:rPr>
              <a:t>6</a:t>
            </a:r>
            <a:r>
              <a:rPr lang="en-US" sz="800">
                <a:solidFill>
                  <a:srgbClr val="07010A"/>
                </a:solidFill>
                <a:latin typeface="Graphik Regular" panose="020B0503030202060203" pitchFamily="34" charset="-18"/>
              </a:rPr>
              <a:t>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4227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fondo viola_intestazione">
    <p:bg>
      <p:bgPr>
        <a:gradFill>
          <a:gsLst>
            <a:gs pos="0">
              <a:srgbClr val="702FFF"/>
            </a:gs>
            <a:gs pos="84000">
              <a:srgbClr val="8134FF"/>
            </a:gs>
            <a:gs pos="100000">
              <a:srgbClr val="A33E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8">
            <a:extLst>
              <a:ext uri="{FF2B5EF4-FFF2-40B4-BE49-F238E27FC236}">
                <a16:creationId xmlns:a16="http://schemas.microsoft.com/office/drawing/2014/main" id="{D7843739-82E8-7F3B-37D1-70ACFA3AE6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Nome capitolo</a:t>
            </a:r>
          </a:p>
        </p:txBody>
      </p:sp>
      <p:sp>
        <p:nvSpPr>
          <p:cNvPr id="6" name="Segnaposto testo 8">
            <a:extLst>
              <a:ext uri="{FF2B5EF4-FFF2-40B4-BE49-F238E27FC236}">
                <a16:creationId xmlns:a16="http://schemas.microsoft.com/office/drawing/2014/main" id="{8C2BBC9E-2B48-2314-5665-7DE31F8E5A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grpSp>
        <p:nvGrpSpPr>
          <p:cNvPr id="7" name="Gruppo 4">
            <a:extLst>
              <a:ext uri="{FF2B5EF4-FFF2-40B4-BE49-F238E27FC236}">
                <a16:creationId xmlns:a16="http://schemas.microsoft.com/office/drawing/2014/main" id="{CE9686DA-601A-6ED9-4D72-F46D0BD34B68}"/>
              </a:ext>
            </a:extLst>
          </p:cNvPr>
          <p:cNvGrpSpPr/>
          <p:nvPr userDrawn="1"/>
        </p:nvGrpSpPr>
        <p:grpSpPr>
          <a:xfrm>
            <a:off x="8297257" y="6362404"/>
            <a:ext cx="3447037" cy="132523"/>
            <a:chOff x="8294082" y="6362408"/>
            <a:chExt cx="3447037" cy="132523"/>
          </a:xfrm>
        </p:grpSpPr>
        <p:sp>
          <p:nvSpPr>
            <p:cNvPr id="10" name="Slide Number Placeholder 7">
              <a:extLst>
                <a:ext uri="{FF2B5EF4-FFF2-40B4-BE49-F238E27FC236}">
                  <a16:creationId xmlns:a16="http://schemas.microsoft.com/office/drawing/2014/main" id="{6B2E6A1D-3FFA-D336-C6C4-72A5898D3DA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469282" y="6362408"/>
              <a:ext cx="271837" cy="132523"/>
            </a:xfrm>
            <a:prstGeom prst="rect">
              <a:avLst/>
            </a:prstGeom>
          </p:spPr>
          <p:txBody>
            <a:bodyPr lIns="71991" tIns="0" rIns="0" bIns="0"/>
            <a:lstStyle>
              <a:defPPr>
                <a:defRPr lang="de-DE"/>
              </a:defPPr>
              <a:lvl1pPr marL="0" algn="r" defTabSz="914400" rtl="0" eaLnBrk="1" latinLnBrk="0" hangingPunct="1">
                <a:defRPr sz="800" kern="1200">
                  <a:solidFill>
                    <a:schemeClr val="bg1">
                      <a:lumMod val="65000"/>
                    </a:schemeClr>
                  </a:solidFill>
                  <a:latin typeface="Graphik Regular" panose="020B0503030202060203" pitchFamily="34" charset="-18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7F8EB60C-7CC2-49F0-B2EE-C81F067DE041}" type="slidenum">
                <a:rPr lang="en-US" sz="800" smtClean="0">
                  <a:solidFill>
                    <a:schemeClr val="bg1"/>
                  </a:solidFill>
                </a:rPr>
                <a:pPr/>
                <a:t>‹N›</a:t>
              </a:fld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BC71D2E6-BC70-848D-6C86-57C67D79B78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294082" y="6362408"/>
              <a:ext cx="3175200" cy="132523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r" defTabSz="914400" rtl="0" eaLnBrk="1" latinLnBrk="0" hangingPunct="1">
                <a:defRPr sz="800" kern="1200">
                  <a:solidFill>
                    <a:schemeClr val="tx1">
                      <a:alpha val="4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>
                  <a:solidFill>
                    <a:schemeClr val="bg1"/>
                  </a:solidFill>
                  <a:latin typeface="Graphik Regular" panose="020B0503030202060203" pitchFamily="34" charset="-18"/>
                </a:rPr>
                <a:t>Copyright © 202</a:t>
              </a:r>
              <a:r>
                <a:rPr lang="pl-PL" sz="800">
                  <a:solidFill>
                    <a:schemeClr val="bg1"/>
                  </a:solidFill>
                  <a:latin typeface="Graphik Regular" panose="020B0503030202060203" pitchFamily="34" charset="-18"/>
                </a:rPr>
                <a:t>6</a:t>
              </a:r>
              <a:r>
                <a:rPr lang="en-US" sz="800">
                  <a:solidFill>
                    <a:schemeClr val="bg1"/>
                  </a:solidFill>
                  <a:latin typeface="Graphik Regular" panose="020B0503030202060203" pitchFamily="34" charset="-18"/>
                </a:rPr>
                <a:t> Accenture. All rights reserved.</a:t>
              </a:r>
            </a:p>
          </p:txBody>
        </p:sp>
      </p:grp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F0DC63B1-B212-D012-EF42-2E20D2A0962F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81" y="6281056"/>
            <a:ext cx="279615" cy="2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6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fondo nero_sfumatura">
    <p:bg>
      <p:bgPr>
        <a:solidFill>
          <a:srgbClr val="0701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viola, spazio, cerchio, oscurità&#10;&#10;Il contenuto generato dall'IA potrebbe non essere corretto.">
            <a:extLst>
              <a:ext uri="{FF2B5EF4-FFF2-40B4-BE49-F238E27FC236}">
                <a16:creationId xmlns:a16="http://schemas.microsoft.com/office/drawing/2014/main" id="{337B6FDA-4161-3BC8-7169-273600C109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"/>
          <a:stretch>
            <a:fillRect/>
          </a:stretch>
        </p:blipFill>
        <p:spPr>
          <a:xfrm>
            <a:off x="3510561" y="-1"/>
            <a:ext cx="8681440" cy="4279779"/>
          </a:xfrm>
          <a:prstGeom prst="rect">
            <a:avLst/>
          </a:prstGeom>
        </p:spPr>
      </p:pic>
      <p:sp>
        <p:nvSpPr>
          <p:cNvPr id="5" name="Segnaposto testo 8">
            <a:extLst>
              <a:ext uri="{FF2B5EF4-FFF2-40B4-BE49-F238E27FC236}">
                <a16:creationId xmlns:a16="http://schemas.microsoft.com/office/drawing/2014/main" id="{D7843739-82E8-7F3B-37D1-70ACFA3AE6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Nome capitolo</a:t>
            </a:r>
          </a:p>
        </p:txBody>
      </p:sp>
      <p:sp>
        <p:nvSpPr>
          <p:cNvPr id="6" name="Segnaposto testo 8">
            <a:extLst>
              <a:ext uri="{FF2B5EF4-FFF2-40B4-BE49-F238E27FC236}">
                <a16:creationId xmlns:a16="http://schemas.microsoft.com/office/drawing/2014/main" id="{8C2BBC9E-2B48-2314-5665-7DE31F8E5A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B6C88A4C-3279-5C65-C3BC-4AADAB1359F0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706" y="6281054"/>
            <a:ext cx="279615" cy="295225"/>
          </a:xfrm>
          <a:prstGeom prst="rect">
            <a:avLst/>
          </a:prstGeom>
        </p:spPr>
      </p:pic>
      <p:grpSp>
        <p:nvGrpSpPr>
          <p:cNvPr id="7" name="Gruppo 4">
            <a:extLst>
              <a:ext uri="{FF2B5EF4-FFF2-40B4-BE49-F238E27FC236}">
                <a16:creationId xmlns:a16="http://schemas.microsoft.com/office/drawing/2014/main" id="{CE9686DA-601A-6ED9-4D72-F46D0BD34B68}"/>
              </a:ext>
            </a:extLst>
          </p:cNvPr>
          <p:cNvGrpSpPr/>
          <p:nvPr userDrawn="1"/>
        </p:nvGrpSpPr>
        <p:grpSpPr>
          <a:xfrm>
            <a:off x="8297257" y="6362404"/>
            <a:ext cx="3447037" cy="132523"/>
            <a:chOff x="8294082" y="6362408"/>
            <a:chExt cx="3447037" cy="132523"/>
          </a:xfrm>
        </p:grpSpPr>
        <p:sp>
          <p:nvSpPr>
            <p:cNvPr id="10" name="Slide Number Placeholder 7">
              <a:extLst>
                <a:ext uri="{FF2B5EF4-FFF2-40B4-BE49-F238E27FC236}">
                  <a16:creationId xmlns:a16="http://schemas.microsoft.com/office/drawing/2014/main" id="{6B2E6A1D-3FFA-D336-C6C4-72A5898D3DA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469282" y="6362408"/>
              <a:ext cx="271837" cy="132523"/>
            </a:xfrm>
            <a:prstGeom prst="rect">
              <a:avLst/>
            </a:prstGeom>
          </p:spPr>
          <p:txBody>
            <a:bodyPr lIns="71991" tIns="0" rIns="0" bIns="0"/>
            <a:lstStyle>
              <a:defPPr>
                <a:defRPr lang="de-DE"/>
              </a:defPPr>
              <a:lvl1pPr marL="0" algn="r" defTabSz="914400" rtl="0" eaLnBrk="1" latinLnBrk="0" hangingPunct="1">
                <a:defRPr sz="800" kern="1200">
                  <a:solidFill>
                    <a:schemeClr val="bg1">
                      <a:lumMod val="65000"/>
                    </a:schemeClr>
                  </a:solidFill>
                  <a:latin typeface="Graphik Regular" panose="020B0503030202060203" pitchFamily="34" charset="-18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13CEA7CD-4BB1-664F-9933-F544E34B18C4}" type="slidenum">
                <a:rPr lang="en-US" sz="800" smtClean="0">
                  <a:solidFill>
                    <a:schemeClr val="bg1"/>
                  </a:solidFill>
                </a:rPr>
                <a:t>‹N›</a:t>
              </a:fld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BC71D2E6-BC70-848D-6C86-57C67D79B78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294082" y="6362408"/>
              <a:ext cx="3175200" cy="132523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r" defTabSz="914400" rtl="0" eaLnBrk="1" latinLnBrk="0" hangingPunct="1">
                <a:defRPr sz="800" kern="1200">
                  <a:solidFill>
                    <a:schemeClr val="tx1">
                      <a:alpha val="4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>
                  <a:solidFill>
                    <a:schemeClr val="bg1"/>
                  </a:solidFill>
                  <a:latin typeface="Graphik Regular" panose="020B0503030202060203" pitchFamily="34" charset="-18"/>
                </a:rPr>
                <a:t>Copyright © 202</a:t>
              </a:r>
              <a:r>
                <a:rPr lang="pl-PL" sz="800">
                  <a:solidFill>
                    <a:schemeClr val="bg1"/>
                  </a:solidFill>
                  <a:latin typeface="Graphik Regular" panose="020B0503030202060203" pitchFamily="34" charset="-18"/>
                </a:rPr>
                <a:t>6</a:t>
              </a:r>
              <a:r>
                <a:rPr lang="en-US" sz="800">
                  <a:solidFill>
                    <a:schemeClr val="bg1"/>
                  </a:solidFill>
                  <a:latin typeface="Graphik Regular" panose="020B0503030202060203" pitchFamily="34" charset="-18"/>
                </a:rPr>
                <a:t> Accenture. All rights reserved.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007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fondo_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bianco e nero, arte, cappell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4F6BBBD8-E86B-44DE-DC63-2A28E92274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1541" y="-3894396"/>
            <a:ext cx="6248400" cy="6210300"/>
          </a:xfrm>
          <a:prstGeom prst="rect">
            <a:avLst/>
          </a:prstGeom>
        </p:spPr>
      </p:pic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AE960C4D-8B4A-9F59-8775-0F9AEE20EC64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706" y="6281054"/>
            <a:ext cx="279615" cy="295225"/>
          </a:xfrm>
          <a:prstGeom prst="rect">
            <a:avLst/>
          </a:prstGeom>
        </p:spPr>
      </p:pic>
      <p:sp>
        <p:nvSpPr>
          <p:cNvPr id="5" name="Segnaposto testo 8">
            <a:extLst>
              <a:ext uri="{FF2B5EF4-FFF2-40B4-BE49-F238E27FC236}">
                <a16:creationId xmlns:a16="http://schemas.microsoft.com/office/drawing/2014/main" id="{25379929-871B-5CDE-F95E-1E34135532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07010A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Nome capitolo</a:t>
            </a:r>
          </a:p>
        </p:txBody>
      </p:sp>
      <p:sp>
        <p:nvSpPr>
          <p:cNvPr id="6" name="Segnaposto testo 8">
            <a:extLst>
              <a:ext uri="{FF2B5EF4-FFF2-40B4-BE49-F238E27FC236}">
                <a16:creationId xmlns:a16="http://schemas.microsoft.com/office/drawing/2014/main" id="{3681B5D8-D7AB-BF02-3CE8-A99632B986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7010A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448166BD-6F35-6B61-60E8-194060C6DCF9}"/>
              </a:ext>
            </a:extLst>
          </p:cNvPr>
          <p:cNvSpPr txBox="1">
            <a:spLocks/>
          </p:cNvSpPr>
          <p:nvPr userDrawn="1"/>
        </p:nvSpPr>
        <p:spPr>
          <a:xfrm>
            <a:off x="11472457" y="6362404"/>
            <a:ext cx="271837" cy="132523"/>
          </a:xfrm>
          <a:prstGeom prst="rect">
            <a:avLst/>
          </a:prstGeom>
        </p:spPr>
        <p:txBody>
          <a:bodyPr lIns="71991" tIns="0" rIns="0" bIns="0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8EB60C-7CC2-49F0-B2EE-C81F067DE041}" type="slidenum">
              <a:rPr lang="en-US" sz="800" smtClean="0">
                <a:solidFill>
                  <a:srgbClr val="07010A"/>
                </a:solidFill>
              </a:rPr>
              <a:pPr/>
              <a:t>‹N›</a:t>
            </a:fld>
            <a:endParaRPr lang="en-US" sz="800">
              <a:solidFill>
                <a:srgbClr val="07010A"/>
              </a:solidFill>
            </a:endParaRP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5036280D-A160-F59D-5234-A62D865A9AA3}"/>
              </a:ext>
            </a:extLst>
          </p:cNvPr>
          <p:cNvSpPr txBox="1">
            <a:spLocks/>
          </p:cNvSpPr>
          <p:nvPr userDrawn="1"/>
        </p:nvSpPr>
        <p:spPr>
          <a:xfrm>
            <a:off x="8297257" y="6362404"/>
            <a:ext cx="3175200" cy="13252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alpha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07010A"/>
                </a:solidFill>
                <a:latin typeface="Graphik Regular" panose="020B0503030202060203" pitchFamily="34" charset="-18"/>
              </a:rPr>
              <a:t>Copyright © 202</a:t>
            </a:r>
            <a:r>
              <a:rPr lang="pl-PL" sz="800">
                <a:solidFill>
                  <a:srgbClr val="07010A"/>
                </a:solidFill>
                <a:latin typeface="Graphik Regular" panose="020B0503030202060203" pitchFamily="34" charset="-18"/>
              </a:rPr>
              <a:t>6</a:t>
            </a:r>
            <a:r>
              <a:rPr lang="en-US" sz="800">
                <a:solidFill>
                  <a:srgbClr val="07010A"/>
                </a:solidFill>
                <a:latin typeface="Graphik Regular" panose="020B0503030202060203" pitchFamily="34" charset="-18"/>
              </a:rPr>
              <a:t> Accenture. All rights reserved.</a:t>
            </a:r>
          </a:p>
        </p:txBody>
      </p:sp>
      <p:pic>
        <p:nvPicPr>
          <p:cNvPr id="4" name="Immagine 3" descr="Immagine che contiene bianco e nero, cerchio, arte, design&#10;&#10;Il contenuto generato dall'IA potrebbe non essere corretto.">
            <a:extLst>
              <a:ext uri="{FF2B5EF4-FFF2-40B4-BE49-F238E27FC236}">
                <a16:creationId xmlns:a16="http://schemas.microsoft.com/office/drawing/2014/main" id="{CE58F4D8-3B15-A1CE-498A-8A3AD4CFE13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64994">
            <a:off x="16918" y="6157580"/>
            <a:ext cx="4948462" cy="49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3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fondo bianco_gradiente vertica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7DAB6B-2032-1909-12F5-E62389D95F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54059" y="0"/>
            <a:ext cx="5937941" cy="6858000"/>
          </a:xfrm>
          <a:prstGeom prst="rect">
            <a:avLst/>
          </a:pr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E666AAF0-C3C5-E321-B0ED-05D68EB4BF1D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706" y="6281054"/>
            <a:ext cx="279615" cy="295225"/>
          </a:xfrm>
          <a:prstGeom prst="rect">
            <a:avLst/>
          </a:prstGeom>
        </p:spPr>
      </p:pic>
      <p:sp>
        <p:nvSpPr>
          <p:cNvPr id="6" name="Segnaposto testo 8">
            <a:extLst>
              <a:ext uri="{FF2B5EF4-FFF2-40B4-BE49-F238E27FC236}">
                <a16:creationId xmlns:a16="http://schemas.microsoft.com/office/drawing/2014/main" id="{9D21FF65-8120-3FDF-C15C-7C2A809182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07010A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Nome capitolo</a:t>
            </a:r>
          </a:p>
        </p:txBody>
      </p:sp>
      <p:sp>
        <p:nvSpPr>
          <p:cNvPr id="7" name="Segnaposto testo 8">
            <a:extLst>
              <a:ext uri="{FF2B5EF4-FFF2-40B4-BE49-F238E27FC236}">
                <a16:creationId xmlns:a16="http://schemas.microsoft.com/office/drawing/2014/main" id="{16390EED-0002-BD6B-0327-6EEB505AC9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7010A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grpSp>
        <p:nvGrpSpPr>
          <p:cNvPr id="12" name="Gruppo 4">
            <a:extLst>
              <a:ext uri="{FF2B5EF4-FFF2-40B4-BE49-F238E27FC236}">
                <a16:creationId xmlns:a16="http://schemas.microsoft.com/office/drawing/2014/main" id="{96DB98F1-FD8E-E254-634E-117CE69A4714}"/>
              </a:ext>
            </a:extLst>
          </p:cNvPr>
          <p:cNvGrpSpPr/>
          <p:nvPr userDrawn="1"/>
        </p:nvGrpSpPr>
        <p:grpSpPr>
          <a:xfrm>
            <a:off x="8297257" y="6362404"/>
            <a:ext cx="3447037" cy="132523"/>
            <a:chOff x="8294082" y="6362408"/>
            <a:chExt cx="3447037" cy="132523"/>
          </a:xfrm>
        </p:grpSpPr>
        <p:sp>
          <p:nvSpPr>
            <p:cNvPr id="13" name="Slide Number Placeholder 7">
              <a:extLst>
                <a:ext uri="{FF2B5EF4-FFF2-40B4-BE49-F238E27FC236}">
                  <a16:creationId xmlns:a16="http://schemas.microsoft.com/office/drawing/2014/main" id="{03DC9D2B-6F2E-F817-8096-81F2ECE9CC1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469282" y="6362408"/>
              <a:ext cx="271837" cy="132523"/>
            </a:xfrm>
            <a:prstGeom prst="rect">
              <a:avLst/>
            </a:prstGeom>
          </p:spPr>
          <p:txBody>
            <a:bodyPr lIns="71991" tIns="0" rIns="0" bIns="0"/>
            <a:lstStyle>
              <a:defPPr>
                <a:defRPr lang="de-DE"/>
              </a:defPPr>
              <a:lvl1pPr marL="0" algn="r" defTabSz="914400" rtl="0" eaLnBrk="1" latinLnBrk="0" hangingPunct="1">
                <a:defRPr sz="800" kern="1200">
                  <a:solidFill>
                    <a:schemeClr val="bg1">
                      <a:lumMod val="65000"/>
                    </a:schemeClr>
                  </a:solidFill>
                  <a:latin typeface="Graphik Regular" panose="020B0503030202060203" pitchFamily="34" charset="-18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7F8EB60C-7CC2-49F0-B2EE-C81F067DE041}" type="slidenum">
                <a:rPr lang="en-US" sz="800" smtClean="0">
                  <a:solidFill>
                    <a:schemeClr val="bg1"/>
                  </a:solidFill>
                </a:rPr>
                <a:pPr/>
                <a:t>‹N›</a:t>
              </a:fld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14" name="Footer Placeholder 2">
              <a:extLst>
                <a:ext uri="{FF2B5EF4-FFF2-40B4-BE49-F238E27FC236}">
                  <a16:creationId xmlns:a16="http://schemas.microsoft.com/office/drawing/2014/main" id="{9137C277-880A-CA57-78E7-AB19A2ED47D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294082" y="6362408"/>
              <a:ext cx="3175200" cy="132523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r" defTabSz="914400" rtl="0" eaLnBrk="1" latinLnBrk="0" hangingPunct="1">
                <a:defRPr sz="800" kern="1200">
                  <a:solidFill>
                    <a:schemeClr val="tx1">
                      <a:alpha val="4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>
                  <a:solidFill>
                    <a:schemeClr val="bg1"/>
                  </a:solidFill>
                  <a:latin typeface="Graphik Regular" panose="020B0503030202060203" pitchFamily="34" charset="-18"/>
                </a:rPr>
                <a:t>Copyright © 202</a:t>
              </a:r>
              <a:r>
                <a:rPr lang="pl-PL" sz="800">
                  <a:solidFill>
                    <a:schemeClr val="bg1"/>
                  </a:solidFill>
                  <a:latin typeface="Graphik Regular" panose="020B0503030202060203" pitchFamily="34" charset="-18"/>
                </a:rPr>
                <a:t>6</a:t>
              </a:r>
              <a:r>
                <a:rPr lang="en-US" sz="800">
                  <a:solidFill>
                    <a:schemeClr val="bg1"/>
                  </a:solidFill>
                  <a:latin typeface="Graphik Regular" panose="020B0503030202060203" pitchFamily="34" charset="-18"/>
                </a:rPr>
                <a:t> Accenture. All rights reserved.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948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schermata, line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983B7F97-684F-B6FE-D72B-2DCA44C553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7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3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fondo nero_intestazione">
    <p:bg>
      <p:bgPr>
        <a:solidFill>
          <a:srgbClr val="0701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B6C88A4C-3279-5C65-C3BC-4AADAB1359F0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706" y="6281054"/>
            <a:ext cx="279615" cy="295225"/>
          </a:xfrm>
          <a:prstGeom prst="rect">
            <a:avLst/>
          </a:prstGeom>
        </p:spPr>
      </p:pic>
      <p:sp>
        <p:nvSpPr>
          <p:cNvPr id="5" name="Segnaposto testo 8">
            <a:extLst>
              <a:ext uri="{FF2B5EF4-FFF2-40B4-BE49-F238E27FC236}">
                <a16:creationId xmlns:a16="http://schemas.microsoft.com/office/drawing/2014/main" id="{D7843739-82E8-7F3B-37D1-70ACFA3AE6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Nome capitolo</a:t>
            </a:r>
          </a:p>
        </p:txBody>
      </p:sp>
      <p:sp>
        <p:nvSpPr>
          <p:cNvPr id="6" name="Segnaposto testo 8">
            <a:extLst>
              <a:ext uri="{FF2B5EF4-FFF2-40B4-BE49-F238E27FC236}">
                <a16:creationId xmlns:a16="http://schemas.microsoft.com/office/drawing/2014/main" id="{8C2BBC9E-2B48-2314-5665-7DE31F8E5A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grpSp>
        <p:nvGrpSpPr>
          <p:cNvPr id="7" name="Gruppo 4">
            <a:extLst>
              <a:ext uri="{FF2B5EF4-FFF2-40B4-BE49-F238E27FC236}">
                <a16:creationId xmlns:a16="http://schemas.microsoft.com/office/drawing/2014/main" id="{CE9686DA-601A-6ED9-4D72-F46D0BD34B68}"/>
              </a:ext>
            </a:extLst>
          </p:cNvPr>
          <p:cNvGrpSpPr/>
          <p:nvPr userDrawn="1"/>
        </p:nvGrpSpPr>
        <p:grpSpPr>
          <a:xfrm>
            <a:off x="8297257" y="6362404"/>
            <a:ext cx="3447037" cy="132523"/>
            <a:chOff x="8294082" y="6362408"/>
            <a:chExt cx="3447037" cy="132523"/>
          </a:xfrm>
        </p:grpSpPr>
        <p:sp>
          <p:nvSpPr>
            <p:cNvPr id="10" name="Slide Number Placeholder 7">
              <a:extLst>
                <a:ext uri="{FF2B5EF4-FFF2-40B4-BE49-F238E27FC236}">
                  <a16:creationId xmlns:a16="http://schemas.microsoft.com/office/drawing/2014/main" id="{6B2E6A1D-3FFA-D336-C6C4-72A5898D3DA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469282" y="6362408"/>
              <a:ext cx="271837" cy="132523"/>
            </a:xfrm>
            <a:prstGeom prst="rect">
              <a:avLst/>
            </a:prstGeom>
          </p:spPr>
          <p:txBody>
            <a:bodyPr lIns="71991" tIns="0" rIns="0" bIns="0"/>
            <a:lstStyle>
              <a:defPPr>
                <a:defRPr lang="de-DE"/>
              </a:defPPr>
              <a:lvl1pPr marL="0" algn="r" defTabSz="914400" rtl="0" eaLnBrk="1" latinLnBrk="0" hangingPunct="1">
                <a:defRPr sz="800" kern="1200">
                  <a:solidFill>
                    <a:schemeClr val="bg1">
                      <a:lumMod val="65000"/>
                    </a:schemeClr>
                  </a:solidFill>
                  <a:latin typeface="Graphik Regular" panose="020B0503030202060203" pitchFamily="34" charset="-18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7F8EB60C-7CC2-49F0-B2EE-C81F067DE041}" type="slidenum">
                <a:rPr lang="en-US" sz="800" smtClean="0">
                  <a:solidFill>
                    <a:schemeClr val="bg1"/>
                  </a:solidFill>
                </a:rPr>
                <a:pPr/>
                <a:t>‹N›</a:t>
              </a:fld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BC71D2E6-BC70-848D-6C86-57C67D79B78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294082" y="6362408"/>
              <a:ext cx="3175200" cy="132523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r" defTabSz="914400" rtl="0" eaLnBrk="1" latinLnBrk="0" hangingPunct="1">
                <a:defRPr sz="800" kern="1200">
                  <a:solidFill>
                    <a:schemeClr val="tx1">
                      <a:alpha val="4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>
                  <a:solidFill>
                    <a:schemeClr val="bg1"/>
                  </a:solidFill>
                  <a:latin typeface="Graphik Regular" panose="020B0503030202060203" pitchFamily="34" charset="-18"/>
                </a:rPr>
                <a:t>Copyright © 202</a:t>
              </a:r>
              <a:r>
                <a:rPr lang="pl-PL" sz="800">
                  <a:solidFill>
                    <a:schemeClr val="bg1"/>
                  </a:solidFill>
                  <a:latin typeface="Graphik Regular" panose="020B0503030202060203" pitchFamily="34" charset="-18"/>
                </a:rPr>
                <a:t>6</a:t>
              </a:r>
              <a:r>
                <a:rPr lang="en-US" sz="800">
                  <a:solidFill>
                    <a:schemeClr val="bg1"/>
                  </a:solidFill>
                  <a:latin typeface="Graphik Regular" panose="020B0503030202060203" pitchFamily="34" charset="-18"/>
                </a:rPr>
                <a:t> Accenture. All rights reserved.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131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24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4" r:id="rId2"/>
    <p:sldLayoutId id="2147483691" r:id="rId3"/>
    <p:sldLayoutId id="2147483686" r:id="rId4"/>
    <p:sldLayoutId id="2147483685" r:id="rId5"/>
    <p:sldLayoutId id="2147483687" r:id="rId6"/>
    <p:sldLayoutId id="2147483673" r:id="rId7"/>
    <p:sldLayoutId id="2147483681" r:id="rId8"/>
    <p:sldLayoutId id="214748368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6" Type="http://schemas.microsoft.com/office/2007/relationships/hdphoto" Target="../media/hdphoto11.wdp"/><Relationship Id="rId21" Type="http://schemas.openxmlformats.org/officeDocument/2006/relationships/image" Target="../media/image22.png"/><Relationship Id="rId42" Type="http://schemas.microsoft.com/office/2007/relationships/hdphoto" Target="../media/hdphoto19.wdp"/><Relationship Id="rId47" Type="http://schemas.openxmlformats.org/officeDocument/2006/relationships/image" Target="../media/image35.png"/><Relationship Id="rId63" Type="http://schemas.openxmlformats.org/officeDocument/2006/relationships/image" Target="../media/image43.png"/><Relationship Id="rId68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6" Type="http://schemas.microsoft.com/office/2007/relationships/hdphoto" Target="../media/hdphoto6.wdp"/><Relationship Id="rId29" Type="http://schemas.openxmlformats.org/officeDocument/2006/relationships/image" Target="../media/image26.png"/><Relationship Id="rId11" Type="http://schemas.openxmlformats.org/officeDocument/2006/relationships/image" Target="../media/image17.png"/><Relationship Id="rId24" Type="http://schemas.microsoft.com/office/2007/relationships/hdphoto" Target="../media/hdphoto10.wdp"/><Relationship Id="rId32" Type="http://schemas.microsoft.com/office/2007/relationships/hdphoto" Target="../media/hdphoto14.wdp"/><Relationship Id="rId37" Type="http://schemas.openxmlformats.org/officeDocument/2006/relationships/image" Target="../media/image30.png"/><Relationship Id="rId40" Type="http://schemas.microsoft.com/office/2007/relationships/hdphoto" Target="../media/hdphoto18.wdp"/><Relationship Id="rId45" Type="http://schemas.openxmlformats.org/officeDocument/2006/relationships/image" Target="../media/image34.png"/><Relationship Id="rId53" Type="http://schemas.openxmlformats.org/officeDocument/2006/relationships/image" Target="../media/image38.png"/><Relationship Id="rId58" Type="http://schemas.microsoft.com/office/2007/relationships/hdphoto" Target="../media/hdphoto27.wdp"/><Relationship Id="rId66" Type="http://schemas.openxmlformats.org/officeDocument/2006/relationships/image" Target="../media/image45.svg"/><Relationship Id="rId74" Type="http://schemas.openxmlformats.org/officeDocument/2006/relationships/image" Target="../media/image53.png"/><Relationship Id="rId5" Type="http://schemas.openxmlformats.org/officeDocument/2006/relationships/image" Target="../media/image14.png"/><Relationship Id="rId61" Type="http://schemas.openxmlformats.org/officeDocument/2006/relationships/image" Target="../media/image42.png"/><Relationship Id="rId19" Type="http://schemas.openxmlformats.org/officeDocument/2006/relationships/image" Target="../media/image21.png"/><Relationship Id="rId14" Type="http://schemas.microsoft.com/office/2007/relationships/hdphoto" Target="../media/hdphoto5.wdp"/><Relationship Id="rId22" Type="http://schemas.microsoft.com/office/2007/relationships/hdphoto" Target="../media/hdphoto9.wdp"/><Relationship Id="rId27" Type="http://schemas.openxmlformats.org/officeDocument/2006/relationships/image" Target="../media/image25.png"/><Relationship Id="rId30" Type="http://schemas.microsoft.com/office/2007/relationships/hdphoto" Target="../media/hdphoto13.wdp"/><Relationship Id="rId35" Type="http://schemas.openxmlformats.org/officeDocument/2006/relationships/image" Target="../media/image29.png"/><Relationship Id="rId43" Type="http://schemas.openxmlformats.org/officeDocument/2006/relationships/image" Target="../media/image33.png"/><Relationship Id="rId48" Type="http://schemas.microsoft.com/office/2007/relationships/hdphoto" Target="../media/hdphoto22.wdp"/><Relationship Id="rId56" Type="http://schemas.microsoft.com/office/2007/relationships/hdphoto" Target="../media/hdphoto26.wdp"/><Relationship Id="rId64" Type="http://schemas.microsoft.com/office/2007/relationships/hdphoto" Target="../media/hdphoto30.wdp"/><Relationship Id="rId69" Type="http://schemas.openxmlformats.org/officeDocument/2006/relationships/image" Target="../media/image48.png"/><Relationship Id="rId8" Type="http://schemas.microsoft.com/office/2007/relationships/hdphoto" Target="../media/hdphoto2.wdp"/><Relationship Id="rId51" Type="http://schemas.openxmlformats.org/officeDocument/2006/relationships/image" Target="../media/image37.png"/><Relationship Id="rId72" Type="http://schemas.openxmlformats.org/officeDocument/2006/relationships/image" Target="../media/image51.png"/><Relationship Id="rId3" Type="http://schemas.openxmlformats.org/officeDocument/2006/relationships/image" Target="../media/image12.emf"/><Relationship Id="rId12" Type="http://schemas.microsoft.com/office/2007/relationships/hdphoto" Target="../media/hdphoto4.wdp"/><Relationship Id="rId17" Type="http://schemas.openxmlformats.org/officeDocument/2006/relationships/image" Target="../media/image20.png"/><Relationship Id="rId25" Type="http://schemas.openxmlformats.org/officeDocument/2006/relationships/image" Target="../media/image24.png"/><Relationship Id="rId33" Type="http://schemas.openxmlformats.org/officeDocument/2006/relationships/image" Target="../media/image28.png"/><Relationship Id="rId38" Type="http://schemas.microsoft.com/office/2007/relationships/hdphoto" Target="../media/hdphoto17.wdp"/><Relationship Id="rId46" Type="http://schemas.microsoft.com/office/2007/relationships/hdphoto" Target="../media/hdphoto21.wdp"/><Relationship Id="rId59" Type="http://schemas.openxmlformats.org/officeDocument/2006/relationships/image" Target="../media/image41.png"/><Relationship Id="rId67" Type="http://schemas.openxmlformats.org/officeDocument/2006/relationships/image" Target="../media/image46.png"/><Relationship Id="rId20" Type="http://schemas.microsoft.com/office/2007/relationships/hdphoto" Target="../media/hdphoto8.wdp"/><Relationship Id="rId41" Type="http://schemas.openxmlformats.org/officeDocument/2006/relationships/image" Target="../media/image32.png"/><Relationship Id="rId54" Type="http://schemas.microsoft.com/office/2007/relationships/hdphoto" Target="../media/hdphoto25.wdp"/><Relationship Id="rId62" Type="http://schemas.microsoft.com/office/2007/relationships/hdphoto" Target="../media/hdphoto29.wdp"/><Relationship Id="rId70" Type="http://schemas.openxmlformats.org/officeDocument/2006/relationships/image" Target="../media/image49.png"/><Relationship Id="rId75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15" Type="http://schemas.openxmlformats.org/officeDocument/2006/relationships/image" Target="../media/image19.png"/><Relationship Id="rId23" Type="http://schemas.openxmlformats.org/officeDocument/2006/relationships/image" Target="../media/image23.png"/><Relationship Id="rId28" Type="http://schemas.microsoft.com/office/2007/relationships/hdphoto" Target="../media/hdphoto12.wdp"/><Relationship Id="rId36" Type="http://schemas.microsoft.com/office/2007/relationships/hdphoto" Target="../media/hdphoto16.wdp"/><Relationship Id="rId49" Type="http://schemas.openxmlformats.org/officeDocument/2006/relationships/image" Target="../media/image36.png"/><Relationship Id="rId57" Type="http://schemas.openxmlformats.org/officeDocument/2006/relationships/image" Target="../media/image40.png"/><Relationship Id="rId10" Type="http://schemas.microsoft.com/office/2007/relationships/hdphoto" Target="../media/hdphoto3.wdp"/><Relationship Id="rId31" Type="http://schemas.openxmlformats.org/officeDocument/2006/relationships/image" Target="../media/image27.png"/><Relationship Id="rId44" Type="http://schemas.microsoft.com/office/2007/relationships/hdphoto" Target="../media/hdphoto20.wdp"/><Relationship Id="rId52" Type="http://schemas.microsoft.com/office/2007/relationships/hdphoto" Target="../media/hdphoto24.wdp"/><Relationship Id="rId60" Type="http://schemas.microsoft.com/office/2007/relationships/hdphoto" Target="../media/hdphoto28.wdp"/><Relationship Id="rId65" Type="http://schemas.openxmlformats.org/officeDocument/2006/relationships/image" Target="../media/image44.svg"/><Relationship Id="rId73" Type="http://schemas.openxmlformats.org/officeDocument/2006/relationships/image" Target="../media/image52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13" Type="http://schemas.openxmlformats.org/officeDocument/2006/relationships/image" Target="../media/image18.png"/><Relationship Id="rId18" Type="http://schemas.microsoft.com/office/2007/relationships/hdphoto" Target="../media/hdphoto7.wdp"/><Relationship Id="rId39" Type="http://schemas.openxmlformats.org/officeDocument/2006/relationships/image" Target="../media/image31.png"/><Relationship Id="rId34" Type="http://schemas.microsoft.com/office/2007/relationships/hdphoto" Target="../media/hdphoto15.wdp"/><Relationship Id="rId50" Type="http://schemas.microsoft.com/office/2007/relationships/hdphoto" Target="../media/hdphoto23.wdp"/><Relationship Id="rId55" Type="http://schemas.openxmlformats.org/officeDocument/2006/relationships/image" Target="../media/image39.png"/><Relationship Id="rId76" Type="http://schemas.openxmlformats.org/officeDocument/2006/relationships/image" Target="../media/image55.png"/><Relationship Id="rId7" Type="http://schemas.openxmlformats.org/officeDocument/2006/relationships/image" Target="../media/image15.png"/><Relationship Id="rId71" Type="http://schemas.openxmlformats.org/officeDocument/2006/relationships/image" Target="../media/image5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6.jpe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10" Type="http://schemas.openxmlformats.org/officeDocument/2006/relationships/image" Target="../media/image61.png"/><Relationship Id="rId4" Type="http://schemas.openxmlformats.org/officeDocument/2006/relationships/image" Target="../media/image57.png"/><Relationship Id="rId9" Type="http://schemas.openxmlformats.org/officeDocument/2006/relationships/image" Target="../media/image6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6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5.svg"/><Relationship Id="rId7" Type="http://schemas.openxmlformats.org/officeDocument/2006/relationships/image" Target="../media/image6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svg"/><Relationship Id="rId5" Type="http://schemas.openxmlformats.org/officeDocument/2006/relationships/image" Target="../media/image68.png"/><Relationship Id="rId4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svg"/><Relationship Id="rId10" Type="http://schemas.openxmlformats.org/officeDocument/2006/relationships/image" Target="../media/image64.sv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6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13" Type="http://schemas.openxmlformats.org/officeDocument/2006/relationships/image" Target="../media/image76.png"/><Relationship Id="rId3" Type="http://schemas.microsoft.com/office/2007/relationships/media" Target="../media/media3.mov"/><Relationship Id="rId7" Type="http://schemas.openxmlformats.org/officeDocument/2006/relationships/image" Target="../media/image72.svg"/><Relationship Id="rId12" Type="http://schemas.openxmlformats.org/officeDocument/2006/relationships/image" Target="../media/image66.png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6" Type="http://schemas.openxmlformats.org/officeDocument/2006/relationships/notesSlide" Target="../notesSlides/notesSlide8.xml"/><Relationship Id="rId11" Type="http://schemas.openxmlformats.org/officeDocument/2006/relationships/image" Target="../media/image65.sv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75.png"/><Relationship Id="rId4" Type="http://schemas.openxmlformats.org/officeDocument/2006/relationships/video" Target="../media/media3.mov"/><Relationship Id="rId9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3.svg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6" Type="http://schemas.openxmlformats.org/officeDocument/2006/relationships/image" Target="../media/image74.png"/><Relationship Id="rId5" Type="http://schemas.openxmlformats.org/officeDocument/2006/relationships/image" Target="../media/image72.sv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7.png"/><Relationship Id="rId2" Type="http://schemas.openxmlformats.org/officeDocument/2006/relationships/video" Target="../media/media4.mov"/><Relationship Id="rId1" Type="http://schemas.microsoft.com/office/2007/relationships/media" Target="../media/media4.mov"/><Relationship Id="rId6" Type="http://schemas.openxmlformats.org/officeDocument/2006/relationships/image" Target="../media/image73.svg"/><Relationship Id="rId5" Type="http://schemas.openxmlformats.org/officeDocument/2006/relationships/image" Target="../media/image74.png"/><Relationship Id="rId4" Type="http://schemas.openxmlformats.org/officeDocument/2006/relationships/image" Target="../media/image72.svg"/><Relationship Id="rId9" Type="http://schemas.openxmlformats.org/officeDocument/2006/relationships/image" Target="../media/image7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65.svg"/><Relationship Id="rId7" Type="http://schemas.openxmlformats.org/officeDocument/2006/relationships/image" Target="../media/image8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jpeg"/><Relationship Id="rId5" Type="http://schemas.openxmlformats.org/officeDocument/2006/relationships/image" Target="../media/image79.svg"/><Relationship Id="rId4" Type="http://schemas.openxmlformats.org/officeDocument/2006/relationships/image" Target="../media/image6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svg"/><Relationship Id="rId2" Type="http://schemas.openxmlformats.org/officeDocument/2006/relationships/image" Target="../media/image83.sv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26" Type="http://schemas.openxmlformats.org/officeDocument/2006/relationships/image" Target="../media/image105.png"/><Relationship Id="rId3" Type="http://schemas.openxmlformats.org/officeDocument/2006/relationships/image" Target="../media/image85.png"/><Relationship Id="rId21" Type="http://schemas.microsoft.com/office/2007/relationships/hdphoto" Target="../media/hdphoto32.wdp"/><Relationship Id="rId34" Type="http://schemas.openxmlformats.org/officeDocument/2006/relationships/image" Target="../media/image111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5" Type="http://schemas.openxmlformats.org/officeDocument/2006/relationships/image" Target="../media/image104.png"/><Relationship Id="rId33" Type="http://schemas.openxmlformats.org/officeDocument/2006/relationships/image" Target="../media/image110.svg"/><Relationship Id="rId2" Type="http://schemas.openxmlformats.org/officeDocument/2006/relationships/image" Target="../media/image5.png"/><Relationship Id="rId16" Type="http://schemas.openxmlformats.org/officeDocument/2006/relationships/image" Target="../media/image98.png"/><Relationship Id="rId20" Type="http://schemas.openxmlformats.org/officeDocument/2006/relationships/image" Target="../media/image101.png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24" Type="http://schemas.microsoft.com/office/2007/relationships/hdphoto" Target="../media/hdphoto33.wdp"/><Relationship Id="rId32" Type="http://schemas.openxmlformats.org/officeDocument/2006/relationships/image" Target="../media/image109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23" Type="http://schemas.openxmlformats.org/officeDocument/2006/relationships/image" Target="../media/image103.png"/><Relationship Id="rId28" Type="http://schemas.microsoft.com/office/2007/relationships/hdphoto" Target="../media/hdphoto34.wdp"/><Relationship Id="rId36" Type="http://schemas.openxmlformats.org/officeDocument/2006/relationships/image" Target="../media/image113.png"/><Relationship Id="rId10" Type="http://schemas.openxmlformats.org/officeDocument/2006/relationships/image" Target="../media/image92.png"/><Relationship Id="rId19" Type="http://schemas.microsoft.com/office/2007/relationships/hdphoto" Target="../media/hdphoto31.wdp"/><Relationship Id="rId31" Type="http://schemas.microsoft.com/office/2007/relationships/hdphoto" Target="../media/hdphoto35.wdp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Relationship Id="rId22" Type="http://schemas.openxmlformats.org/officeDocument/2006/relationships/image" Target="../media/image102.png"/><Relationship Id="rId27" Type="http://schemas.openxmlformats.org/officeDocument/2006/relationships/image" Target="../media/image106.png"/><Relationship Id="rId30" Type="http://schemas.openxmlformats.org/officeDocument/2006/relationships/image" Target="../media/image108.png"/><Relationship Id="rId35" Type="http://schemas.openxmlformats.org/officeDocument/2006/relationships/image" Target="../media/image112.svg"/><Relationship Id="rId8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1569-542E-884F-B8A3-9416FB7D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4CE0A3A7-D503-B9AF-D919-F34E6F137D0B}"/>
              </a:ext>
            </a:extLst>
          </p:cNvPr>
          <p:cNvSpPr/>
          <p:nvPr/>
        </p:nvSpPr>
        <p:spPr>
          <a:xfrm>
            <a:off x="705336" y="859259"/>
            <a:ext cx="2316759" cy="6966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noProof="0">
                <a:solidFill>
                  <a:schemeClr val="bg1"/>
                </a:solidFill>
                <a:latin typeface="Graphik Light" panose="020B0403030202060203" pitchFamily="34" charset="77"/>
              </a:rPr>
              <a:t>2026 / 2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4DC253B2-EE3E-D944-304E-4AD4EF206A8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336" y="2065691"/>
            <a:ext cx="2321262" cy="673915"/>
          </a:xfrm>
          <a:prstGeom prst="rect">
            <a:avLst/>
          </a:prstGeom>
        </p:spPr>
      </p:pic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F88124BA-1B5A-29B3-26F3-B84A33D6B797}"/>
              </a:ext>
            </a:extLst>
          </p:cNvPr>
          <p:cNvSpPr txBox="1">
            <a:spLocks/>
          </p:cNvSpPr>
          <p:nvPr/>
        </p:nvSpPr>
        <p:spPr>
          <a:xfrm>
            <a:off x="705336" y="2921897"/>
            <a:ext cx="10202862" cy="736593"/>
          </a:xfrm>
          <a:prstGeom prst="rect">
            <a:avLst/>
          </a:prstGeom>
        </p:spPr>
        <p:txBody>
          <a:bodyPr lIns="72000" tIns="0" rIns="0" bIns="0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800">
                <a:solidFill>
                  <a:schemeClr val="bg1"/>
                </a:solidFill>
              </a:rPr>
              <a:t>Reinventing Accessibility</a:t>
            </a:r>
            <a:endParaRPr lang="en-US" sz="4800">
              <a:solidFill>
                <a:schemeClr val="bg1"/>
              </a:solidFill>
              <a:latin typeface="Graphik Medium" panose="020B0503030202060203" pitchFamily="34" charset="77"/>
            </a:endParaRPr>
          </a:p>
        </p:txBody>
      </p:sp>
      <p:pic>
        <p:nvPicPr>
          <p:cNvPr id="5" name="Picture 25">
            <a:extLst>
              <a:ext uri="{FF2B5EF4-FFF2-40B4-BE49-F238E27FC236}">
                <a16:creationId xmlns:a16="http://schemas.microsoft.com/office/drawing/2014/main" id="{9495B7D2-A056-FC2B-23AE-81A246A10F0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6710" y="6404077"/>
            <a:ext cx="1280854" cy="15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7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501A9-9880-5205-7447-CE8F22A67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E6546CE-1DA9-E4AE-8805-4FC676B54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5236" y="-8872980"/>
            <a:ext cx="5859976" cy="25271144"/>
          </a:xfrm>
          <a:prstGeom prst="rect">
            <a:avLst/>
          </a:prstGeom>
        </p:spPr>
      </p:pic>
      <p:sp>
        <p:nvSpPr>
          <p:cNvPr id="111" name="Rectangle 11">
            <a:extLst>
              <a:ext uri="{FF2B5EF4-FFF2-40B4-BE49-F238E27FC236}">
                <a16:creationId xmlns:a16="http://schemas.microsoft.com/office/drawing/2014/main" id="{A62BC1A2-317E-8683-9251-ECD97BE38559}"/>
              </a:ext>
            </a:extLst>
          </p:cNvPr>
          <p:cNvSpPr>
            <a:spLocks noChangeAspect="1"/>
          </p:cNvSpPr>
          <p:nvPr/>
        </p:nvSpPr>
        <p:spPr>
          <a:xfrm rot="2700000" flipH="1" flipV="1">
            <a:off x="1874101" y="3246329"/>
            <a:ext cx="457200" cy="457200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914400"/>
              <a:gd name="csY0" fmla="*/ 0 h 914400"/>
              <a:gd name="csX1" fmla="*/ 4738 w 914400"/>
              <a:gd name="csY1" fmla="*/ 4738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4738" y="4738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9D70F9">
                  <a:alpha val="25000"/>
                </a:srgbClr>
              </a:gs>
              <a:gs pos="50000">
                <a:srgbClr val="BA96F5">
                  <a:alpha val="25000"/>
                </a:srgbClr>
              </a:gs>
              <a:gs pos="100000">
                <a:srgbClr val="D2AAF8">
                  <a:alpha val="25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C3C7ECBA-23CB-01E9-EF7D-9445816B443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343088" y="2460987"/>
            <a:ext cx="905760" cy="719598"/>
          </a:xfrm>
          <a:prstGeom prst="rect">
            <a:avLst/>
          </a:prstGeom>
        </p:spPr>
      </p:pic>
      <p:pic>
        <p:nvPicPr>
          <p:cNvPr id="4" name="Picture 46">
            <a:extLst>
              <a:ext uri="{FF2B5EF4-FFF2-40B4-BE49-F238E27FC236}">
                <a16:creationId xmlns:a16="http://schemas.microsoft.com/office/drawing/2014/main" id="{4BE8E318-9AB2-3E52-5C05-A361A2100A6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86247" y="942818"/>
            <a:ext cx="871327" cy="868680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5" name="Picture 46">
            <a:extLst>
              <a:ext uri="{FF2B5EF4-FFF2-40B4-BE49-F238E27FC236}">
                <a16:creationId xmlns:a16="http://schemas.microsoft.com/office/drawing/2014/main" id="{B76A05E0-802C-C005-3C5E-9A496E5EF00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30980" y="5376178"/>
            <a:ext cx="523269" cy="521679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14" name="Picture 46">
            <a:extLst>
              <a:ext uri="{FF2B5EF4-FFF2-40B4-BE49-F238E27FC236}">
                <a16:creationId xmlns:a16="http://schemas.microsoft.com/office/drawing/2014/main" id="{63B60781-614E-9317-F54C-6155642E71AC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7408" y="1797967"/>
            <a:ext cx="871327" cy="868680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15" name="Picture 46">
            <a:extLst>
              <a:ext uri="{FF2B5EF4-FFF2-40B4-BE49-F238E27FC236}">
                <a16:creationId xmlns:a16="http://schemas.microsoft.com/office/drawing/2014/main" id="{BF3EF265-BE34-A2EC-F1CC-88BF089842CA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37364" y="1822147"/>
            <a:ext cx="871326" cy="868680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16" name="Picture 46">
            <a:extLst>
              <a:ext uri="{FF2B5EF4-FFF2-40B4-BE49-F238E27FC236}">
                <a16:creationId xmlns:a16="http://schemas.microsoft.com/office/drawing/2014/main" id="{6EFD5111-ECCB-C04F-36E4-C699047641C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6703" y="934913"/>
            <a:ext cx="871327" cy="868680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17" name="Picture 46">
            <a:extLst>
              <a:ext uri="{FF2B5EF4-FFF2-40B4-BE49-F238E27FC236}">
                <a16:creationId xmlns:a16="http://schemas.microsoft.com/office/drawing/2014/main" id="{A958B3D3-7F64-C89D-EA66-9CAC2ADD8E9B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37364" y="3542450"/>
            <a:ext cx="871327" cy="868680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18" name="Picture 46">
            <a:extLst>
              <a:ext uri="{FF2B5EF4-FFF2-40B4-BE49-F238E27FC236}">
                <a16:creationId xmlns:a16="http://schemas.microsoft.com/office/drawing/2014/main" id="{82561009-BD53-D953-B4F8-358B970059B6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35674" y="4443238"/>
            <a:ext cx="871327" cy="868680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21" name="Picture 46">
            <a:extLst>
              <a:ext uri="{FF2B5EF4-FFF2-40B4-BE49-F238E27FC236}">
                <a16:creationId xmlns:a16="http://schemas.microsoft.com/office/drawing/2014/main" id="{4258A577-8BBB-DBD8-9C15-E5F988E97115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3225" y="2642575"/>
            <a:ext cx="871327" cy="868680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22" name="Picture 46">
            <a:extLst>
              <a:ext uri="{FF2B5EF4-FFF2-40B4-BE49-F238E27FC236}">
                <a16:creationId xmlns:a16="http://schemas.microsoft.com/office/drawing/2014/main" id="{D803DF34-4B97-7745-CA0B-BB587510E9CA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0622" y="5235663"/>
            <a:ext cx="871327" cy="868680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23" name="Picture 46">
            <a:extLst>
              <a:ext uri="{FF2B5EF4-FFF2-40B4-BE49-F238E27FC236}">
                <a16:creationId xmlns:a16="http://schemas.microsoft.com/office/drawing/2014/main" id="{AAA3003A-7C1B-E464-6D2A-A25933C03AFA}"/>
              </a:ext>
            </a:extLst>
          </p:cNvPr>
          <p:cNvPicPr>
            <a:picLocks noChangeAspect="1"/>
          </p:cNvPicPr>
          <p:nvPr/>
        </p:nvPicPr>
        <p:blipFill>
          <a:blip r:embed="rId23" cstate="email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81659" y="4570481"/>
            <a:ext cx="547507" cy="545844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24" name="Picture 46">
            <a:extLst>
              <a:ext uri="{FF2B5EF4-FFF2-40B4-BE49-F238E27FC236}">
                <a16:creationId xmlns:a16="http://schemas.microsoft.com/office/drawing/2014/main" id="{F53415C5-0426-D0A7-7925-50512BB644DE}"/>
              </a:ext>
            </a:extLst>
          </p:cNvPr>
          <p:cNvPicPr>
            <a:picLocks noChangeAspect="1"/>
          </p:cNvPicPr>
          <p:nvPr/>
        </p:nvPicPr>
        <p:blipFill>
          <a:blip r:embed="rId25" cstate="email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63923" y="199506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25" name="Picture 46">
            <a:extLst>
              <a:ext uri="{FF2B5EF4-FFF2-40B4-BE49-F238E27FC236}">
                <a16:creationId xmlns:a16="http://schemas.microsoft.com/office/drawing/2014/main" id="{061342E3-86B5-AFF1-4213-33D1C0CE04FB}"/>
              </a:ext>
            </a:extLst>
          </p:cNvPr>
          <p:cNvPicPr>
            <a:picLocks noChangeAspect="1"/>
          </p:cNvPicPr>
          <p:nvPr/>
        </p:nvPicPr>
        <p:blipFill>
          <a:blip r:embed="rId27" cstate="email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10649" y="1088789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26" name="Picture 46">
            <a:extLst>
              <a:ext uri="{FF2B5EF4-FFF2-40B4-BE49-F238E27FC236}">
                <a16:creationId xmlns:a16="http://schemas.microsoft.com/office/drawing/2014/main" id="{F3679BD4-C78C-717D-31A4-161A4540CD52}"/>
              </a:ext>
            </a:extLst>
          </p:cNvPr>
          <p:cNvPicPr>
            <a:picLocks noChangeAspect="1"/>
          </p:cNvPicPr>
          <p:nvPr/>
        </p:nvPicPr>
        <p:blipFill>
          <a:blip r:embed="rId29" cstate="email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9712" y="5233677"/>
            <a:ext cx="910680" cy="907914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27" name="Picture 46">
            <a:extLst>
              <a:ext uri="{FF2B5EF4-FFF2-40B4-BE49-F238E27FC236}">
                <a16:creationId xmlns:a16="http://schemas.microsoft.com/office/drawing/2014/main" id="{BFB26F8D-A27B-B11E-CD8F-4BCF0BA63ED0}"/>
              </a:ext>
            </a:extLst>
          </p:cNvPr>
          <p:cNvPicPr>
            <a:picLocks noChangeAspect="1"/>
          </p:cNvPicPr>
          <p:nvPr/>
        </p:nvPicPr>
        <p:blipFill>
          <a:blip r:embed="rId31" cstate="email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9920" y="2838543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28" name="Picture 46">
            <a:extLst>
              <a:ext uri="{FF2B5EF4-FFF2-40B4-BE49-F238E27FC236}">
                <a16:creationId xmlns:a16="http://schemas.microsoft.com/office/drawing/2014/main" id="{B03CDDC5-4489-B688-E457-A059F910774B}"/>
              </a:ext>
            </a:extLst>
          </p:cNvPr>
          <p:cNvPicPr>
            <a:picLocks noChangeAspect="1"/>
          </p:cNvPicPr>
          <p:nvPr/>
        </p:nvPicPr>
        <p:blipFill>
          <a:blip r:embed="rId33" cstate="email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77388" y="3703868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29" name="Picture 46">
            <a:extLst>
              <a:ext uri="{FF2B5EF4-FFF2-40B4-BE49-F238E27FC236}">
                <a16:creationId xmlns:a16="http://schemas.microsoft.com/office/drawing/2014/main" id="{C2911A9F-F15F-78FD-6056-21C32599E051}"/>
              </a:ext>
            </a:extLst>
          </p:cNvPr>
          <p:cNvPicPr>
            <a:picLocks noChangeAspect="1"/>
          </p:cNvPicPr>
          <p:nvPr/>
        </p:nvPicPr>
        <p:blipFill>
          <a:blip r:embed="rId35" cstate="email"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48976" y="3693713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30" name="Picture 46">
            <a:extLst>
              <a:ext uri="{FF2B5EF4-FFF2-40B4-BE49-F238E27FC236}">
                <a16:creationId xmlns:a16="http://schemas.microsoft.com/office/drawing/2014/main" id="{4252AF8B-AA40-9DC8-539E-81BF12DEC5B2}"/>
              </a:ext>
            </a:extLst>
          </p:cNvPr>
          <p:cNvPicPr>
            <a:picLocks noChangeAspect="1"/>
          </p:cNvPicPr>
          <p:nvPr/>
        </p:nvPicPr>
        <p:blipFill>
          <a:blip r:embed="rId37" cstate="email">
            <a:extLst>
              <a:ext uri="{BEBA8EAE-BF5A-486C-A8C5-ECC9F3942E4B}">
                <a14:imgProps xmlns:a14="http://schemas.microsoft.com/office/drawing/2010/main">
                  <a14:imgLayer r:embed="rId3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25394" y="1925492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31" name="Picture 46">
            <a:extLst>
              <a:ext uri="{FF2B5EF4-FFF2-40B4-BE49-F238E27FC236}">
                <a16:creationId xmlns:a16="http://schemas.microsoft.com/office/drawing/2014/main" id="{2F54D892-AF06-37D1-4287-BEED7381F391}"/>
              </a:ext>
            </a:extLst>
          </p:cNvPr>
          <p:cNvPicPr>
            <a:picLocks noChangeAspect="1"/>
          </p:cNvPicPr>
          <p:nvPr/>
        </p:nvPicPr>
        <p:blipFill>
          <a:blip r:embed="rId39" cstate="email">
            <a:extLst>
              <a:ext uri="{BEBA8EAE-BF5A-486C-A8C5-ECC9F3942E4B}">
                <a14:imgProps xmlns:a14="http://schemas.microsoft.com/office/drawing/2010/main">
                  <a14:imgLayer r:embed="rId4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6631" y="4406890"/>
            <a:ext cx="867716" cy="865080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32" name="Picture 46">
            <a:extLst>
              <a:ext uri="{FF2B5EF4-FFF2-40B4-BE49-F238E27FC236}">
                <a16:creationId xmlns:a16="http://schemas.microsoft.com/office/drawing/2014/main" id="{AA276AB8-F1D2-1339-0617-5128DEF7279A}"/>
              </a:ext>
            </a:extLst>
          </p:cNvPr>
          <p:cNvPicPr>
            <a:picLocks noChangeAspect="1"/>
          </p:cNvPicPr>
          <p:nvPr/>
        </p:nvPicPr>
        <p:blipFill>
          <a:blip r:embed="rId41" cstate="email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53793" y="68445"/>
            <a:ext cx="916595" cy="913811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35" name="Picture 46">
            <a:extLst>
              <a:ext uri="{FF2B5EF4-FFF2-40B4-BE49-F238E27FC236}">
                <a16:creationId xmlns:a16="http://schemas.microsoft.com/office/drawing/2014/main" id="{2773B183-F95B-2D29-B500-CFAA0FB6282C}"/>
              </a:ext>
            </a:extLst>
          </p:cNvPr>
          <p:cNvPicPr>
            <a:picLocks noChangeAspect="1"/>
          </p:cNvPicPr>
          <p:nvPr/>
        </p:nvPicPr>
        <p:blipFill>
          <a:blip r:embed="rId43" cstate="email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99274" y="2850178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36" name="Picture 46">
            <a:extLst>
              <a:ext uri="{FF2B5EF4-FFF2-40B4-BE49-F238E27FC236}">
                <a16:creationId xmlns:a16="http://schemas.microsoft.com/office/drawing/2014/main" id="{E6088F76-F94C-5621-9AD1-129999BAE8C0}"/>
              </a:ext>
            </a:extLst>
          </p:cNvPr>
          <p:cNvPicPr>
            <a:picLocks noChangeAspect="1"/>
          </p:cNvPicPr>
          <p:nvPr/>
        </p:nvPicPr>
        <p:blipFill>
          <a:blip r:embed="rId45" cstate="email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6814" y="4570482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37" name="Picture 46">
            <a:extLst>
              <a:ext uri="{FF2B5EF4-FFF2-40B4-BE49-F238E27FC236}">
                <a16:creationId xmlns:a16="http://schemas.microsoft.com/office/drawing/2014/main" id="{E1E1B548-F218-C53E-24C2-215B6C1C3954}"/>
              </a:ext>
            </a:extLst>
          </p:cNvPr>
          <p:cNvPicPr>
            <a:picLocks noChangeAspect="1"/>
          </p:cNvPicPr>
          <p:nvPr/>
        </p:nvPicPr>
        <p:blipFill>
          <a:blip r:embed="rId47" cstate="email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7769" y="4604656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38" name="Picture 46">
            <a:extLst>
              <a:ext uri="{FF2B5EF4-FFF2-40B4-BE49-F238E27FC236}">
                <a16:creationId xmlns:a16="http://schemas.microsoft.com/office/drawing/2014/main" id="{186B9FA7-870D-A3DB-5994-C42FD85EAF01}"/>
              </a:ext>
            </a:extLst>
          </p:cNvPr>
          <p:cNvPicPr>
            <a:picLocks noChangeAspect="1"/>
          </p:cNvPicPr>
          <p:nvPr/>
        </p:nvPicPr>
        <p:blipFill>
          <a:blip r:embed="rId49" cstate="email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97584" y="5418451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39" name="Picture 46">
            <a:extLst>
              <a:ext uri="{FF2B5EF4-FFF2-40B4-BE49-F238E27FC236}">
                <a16:creationId xmlns:a16="http://schemas.microsoft.com/office/drawing/2014/main" id="{220BA6ED-7AE7-DC94-D6E9-E961262D576F}"/>
              </a:ext>
            </a:extLst>
          </p:cNvPr>
          <p:cNvPicPr>
            <a:picLocks noChangeAspect="1"/>
          </p:cNvPicPr>
          <p:nvPr/>
        </p:nvPicPr>
        <p:blipFill>
          <a:blip r:embed="rId51" cstate="email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9991" y="6100668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40" name="Picture 46">
            <a:extLst>
              <a:ext uri="{FF2B5EF4-FFF2-40B4-BE49-F238E27FC236}">
                <a16:creationId xmlns:a16="http://schemas.microsoft.com/office/drawing/2014/main" id="{903332B9-6FC7-FDBB-FD0C-3EE18ADE3C55}"/>
              </a:ext>
            </a:extLst>
          </p:cNvPr>
          <p:cNvPicPr>
            <a:picLocks noChangeAspect="1"/>
          </p:cNvPicPr>
          <p:nvPr/>
        </p:nvPicPr>
        <p:blipFill>
          <a:blip r:embed="rId53" cstate="email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104" y="3532295"/>
            <a:ext cx="871327" cy="868680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41" name="Picture 46">
            <a:extLst>
              <a:ext uri="{FF2B5EF4-FFF2-40B4-BE49-F238E27FC236}">
                <a16:creationId xmlns:a16="http://schemas.microsoft.com/office/drawing/2014/main" id="{B9D41C79-610B-B503-E033-4B8B1696F0D9}"/>
              </a:ext>
            </a:extLst>
          </p:cNvPr>
          <p:cNvPicPr>
            <a:picLocks noChangeAspect="1"/>
          </p:cNvPicPr>
          <p:nvPr/>
        </p:nvPicPr>
        <p:blipFill>
          <a:blip r:embed="rId55" cstate="email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85115" y="2653267"/>
            <a:ext cx="871327" cy="868680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42" name="Picture 46">
            <a:extLst>
              <a:ext uri="{FF2B5EF4-FFF2-40B4-BE49-F238E27FC236}">
                <a16:creationId xmlns:a16="http://schemas.microsoft.com/office/drawing/2014/main" id="{685A7670-6FED-4BDD-A2A4-C8800F61E27F}"/>
              </a:ext>
            </a:extLst>
          </p:cNvPr>
          <p:cNvPicPr>
            <a:picLocks noChangeAspect="1"/>
          </p:cNvPicPr>
          <p:nvPr/>
        </p:nvPicPr>
        <p:blipFill>
          <a:blip r:embed="rId57" cstate="email">
            <a:extLst>
              <a:ext uri="{BEBA8EAE-BF5A-486C-A8C5-ECC9F3942E4B}">
                <a14:imgProps xmlns:a14="http://schemas.microsoft.com/office/drawing/2010/main">
                  <a14:imgLayer r:embed="rId5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1796" y="1929293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43" name="Picture 46">
            <a:extLst>
              <a:ext uri="{FF2B5EF4-FFF2-40B4-BE49-F238E27FC236}">
                <a16:creationId xmlns:a16="http://schemas.microsoft.com/office/drawing/2014/main" id="{033CC12D-4C95-FE9E-FD52-B5EEAC3419A9}"/>
              </a:ext>
            </a:extLst>
          </p:cNvPr>
          <p:cNvPicPr>
            <a:picLocks noChangeAspect="1"/>
          </p:cNvPicPr>
          <p:nvPr/>
        </p:nvPicPr>
        <p:blipFill>
          <a:blip r:embed="rId59" cstate="email">
            <a:extLst>
              <a:ext uri="{BEBA8EAE-BF5A-486C-A8C5-ECC9F3942E4B}">
                <a14:imgProps xmlns:a14="http://schemas.microsoft.com/office/drawing/2010/main">
                  <a14:imgLayer r:embed="rId6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50451" y="1081874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44" name="Picture 46">
            <a:extLst>
              <a:ext uri="{FF2B5EF4-FFF2-40B4-BE49-F238E27FC236}">
                <a16:creationId xmlns:a16="http://schemas.microsoft.com/office/drawing/2014/main" id="{CC1EB5A0-7AC7-ED3C-5181-EF73CCF31CA4}"/>
              </a:ext>
            </a:extLst>
          </p:cNvPr>
          <p:cNvPicPr>
            <a:picLocks noChangeAspect="1"/>
          </p:cNvPicPr>
          <p:nvPr/>
        </p:nvPicPr>
        <p:blipFill>
          <a:blip r:embed="rId61" cstate="email">
            <a:extLst>
              <a:ext uri="{BEBA8EAE-BF5A-486C-A8C5-ECC9F3942E4B}">
                <a14:imgProps xmlns:a14="http://schemas.microsoft.com/office/drawing/2010/main">
                  <a14:imgLayer r:embed="rId62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45913" y="5418451"/>
            <a:ext cx="547506" cy="545843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pic>
        <p:nvPicPr>
          <p:cNvPr id="55" name="Picture 46">
            <a:extLst>
              <a:ext uri="{FF2B5EF4-FFF2-40B4-BE49-F238E27FC236}">
                <a16:creationId xmlns:a16="http://schemas.microsoft.com/office/drawing/2014/main" id="{7982EA60-B82C-266A-BBAE-8FB5F2E9A138}"/>
              </a:ext>
            </a:extLst>
          </p:cNvPr>
          <p:cNvPicPr>
            <a:picLocks noChangeAspect="1"/>
          </p:cNvPicPr>
          <p:nvPr/>
        </p:nvPicPr>
        <p:blipFill>
          <a:blip r:embed="rId63" cstate="email">
            <a:extLst>
              <a:ext uri="{BEBA8EAE-BF5A-486C-A8C5-ECC9F3942E4B}">
                <a14:imgProps xmlns:a14="http://schemas.microsoft.com/office/drawing/2010/main">
                  <a14:imgLayer r:embed="rId6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30596" y="42943"/>
            <a:ext cx="871327" cy="868680"/>
          </a:xfrm>
          <a:prstGeom prst="ellipse">
            <a:avLst/>
          </a:prstGeom>
          <a:ln w="12700">
            <a:noFill/>
          </a:ln>
          <a:effectLst>
            <a:softEdge rad="0"/>
          </a:effectLst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A0334B88-A882-C6CC-EEF6-7E9428626848}"/>
              </a:ext>
            </a:extLst>
          </p:cNvPr>
          <p:cNvSpPr>
            <a:spLocks noChangeAspect="1"/>
          </p:cNvSpPr>
          <p:nvPr/>
        </p:nvSpPr>
        <p:spPr>
          <a:xfrm>
            <a:off x="11388050" y="1088789"/>
            <a:ext cx="548640" cy="548640"/>
          </a:xfrm>
          <a:prstGeom prst="ellipse">
            <a:avLst/>
          </a:prstGeom>
          <a:solidFill>
            <a:srgbClr val="9D70F9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E9EA432-CE14-2C02-E4E8-412735414FD3}"/>
              </a:ext>
            </a:extLst>
          </p:cNvPr>
          <p:cNvSpPr>
            <a:spLocks noChangeAspect="1"/>
          </p:cNvSpPr>
          <p:nvPr/>
        </p:nvSpPr>
        <p:spPr>
          <a:xfrm>
            <a:off x="10518046" y="1974779"/>
            <a:ext cx="548640" cy="548640"/>
          </a:xfrm>
          <a:prstGeom prst="ellipse">
            <a:avLst/>
          </a:prstGeom>
          <a:solidFill>
            <a:srgbClr val="9D70F9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5763AE3-7342-E826-5EAC-44711C4F0EDF}"/>
              </a:ext>
            </a:extLst>
          </p:cNvPr>
          <p:cNvSpPr>
            <a:spLocks noChangeAspect="1"/>
          </p:cNvSpPr>
          <p:nvPr/>
        </p:nvSpPr>
        <p:spPr>
          <a:xfrm>
            <a:off x="11228030" y="1818022"/>
            <a:ext cx="868680" cy="868680"/>
          </a:xfrm>
          <a:prstGeom prst="ellipse">
            <a:avLst/>
          </a:prstGeom>
          <a:noFill/>
          <a:ln>
            <a:solidFill>
              <a:srgbClr val="D2A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6E482CD-0227-FF43-8247-290249A9D504}"/>
              </a:ext>
            </a:extLst>
          </p:cNvPr>
          <p:cNvSpPr>
            <a:spLocks noChangeAspect="1"/>
          </p:cNvSpPr>
          <p:nvPr/>
        </p:nvSpPr>
        <p:spPr>
          <a:xfrm>
            <a:off x="6978604" y="136557"/>
            <a:ext cx="548640" cy="548640"/>
          </a:xfrm>
          <a:prstGeom prst="ellipse">
            <a:avLst/>
          </a:prstGeom>
          <a:noFill/>
          <a:ln>
            <a:solidFill>
              <a:srgbClr val="D2A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6CE592E-A8C9-08EB-B125-38EF7109CE54}"/>
              </a:ext>
            </a:extLst>
          </p:cNvPr>
          <p:cNvSpPr>
            <a:spLocks noChangeAspect="1"/>
          </p:cNvSpPr>
          <p:nvPr/>
        </p:nvSpPr>
        <p:spPr>
          <a:xfrm>
            <a:off x="6819583" y="2660252"/>
            <a:ext cx="868680" cy="868680"/>
          </a:xfrm>
          <a:prstGeom prst="ellipse">
            <a:avLst/>
          </a:prstGeom>
          <a:solidFill>
            <a:srgbClr val="9D70F9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8E76652-E78B-25B5-AAAB-5494F4B97FD9}"/>
              </a:ext>
            </a:extLst>
          </p:cNvPr>
          <p:cNvSpPr>
            <a:spLocks noChangeAspect="1"/>
          </p:cNvSpPr>
          <p:nvPr/>
        </p:nvSpPr>
        <p:spPr>
          <a:xfrm>
            <a:off x="11157182" y="5269655"/>
            <a:ext cx="868680" cy="868680"/>
          </a:xfrm>
          <a:prstGeom prst="ellipse">
            <a:avLst/>
          </a:prstGeom>
          <a:solidFill>
            <a:srgbClr val="9D70F9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A445CBD-4FB2-45D4-F16E-5C8331B13052}"/>
              </a:ext>
            </a:extLst>
          </p:cNvPr>
          <p:cNvSpPr>
            <a:spLocks noChangeAspect="1"/>
          </p:cNvSpPr>
          <p:nvPr/>
        </p:nvSpPr>
        <p:spPr>
          <a:xfrm>
            <a:off x="10496450" y="3703868"/>
            <a:ext cx="548640" cy="548640"/>
          </a:xfrm>
          <a:prstGeom prst="ellipse">
            <a:avLst/>
          </a:prstGeom>
          <a:noFill/>
          <a:ln>
            <a:solidFill>
              <a:srgbClr val="D2A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849972B-12F3-023E-CE52-1D7AE8AB4F2F}"/>
              </a:ext>
            </a:extLst>
          </p:cNvPr>
          <p:cNvSpPr>
            <a:spLocks noChangeAspect="1"/>
          </p:cNvSpPr>
          <p:nvPr/>
        </p:nvSpPr>
        <p:spPr>
          <a:xfrm>
            <a:off x="6833572" y="4397612"/>
            <a:ext cx="868680" cy="868680"/>
          </a:xfrm>
          <a:prstGeom prst="ellipse">
            <a:avLst/>
          </a:prstGeom>
          <a:noFill/>
          <a:ln>
            <a:solidFill>
              <a:srgbClr val="D2A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8AFBA4B-D190-7FB4-FFA3-9321DE8CAF28}"/>
              </a:ext>
            </a:extLst>
          </p:cNvPr>
          <p:cNvSpPr>
            <a:spLocks noChangeAspect="1"/>
          </p:cNvSpPr>
          <p:nvPr/>
        </p:nvSpPr>
        <p:spPr>
          <a:xfrm>
            <a:off x="11388050" y="2803060"/>
            <a:ext cx="548640" cy="548640"/>
          </a:xfrm>
          <a:prstGeom prst="ellipse">
            <a:avLst/>
          </a:prstGeom>
          <a:solidFill>
            <a:srgbClr val="9D70F9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3308B3F-E944-5AE1-67F8-B491A10BD17C}"/>
              </a:ext>
            </a:extLst>
          </p:cNvPr>
          <p:cNvSpPr>
            <a:spLocks noChangeAspect="1"/>
          </p:cNvSpPr>
          <p:nvPr/>
        </p:nvSpPr>
        <p:spPr>
          <a:xfrm>
            <a:off x="11213409" y="50259"/>
            <a:ext cx="868680" cy="868680"/>
          </a:xfrm>
          <a:prstGeom prst="ellipse">
            <a:avLst/>
          </a:prstGeom>
          <a:noFill/>
          <a:ln>
            <a:solidFill>
              <a:srgbClr val="D2A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Segnaposto testo 3">
            <a:extLst>
              <a:ext uri="{FF2B5EF4-FFF2-40B4-BE49-F238E27FC236}">
                <a16:creationId xmlns:a16="http://schemas.microsoft.com/office/drawing/2014/main" id="{B9C587B4-F165-7C13-705D-C55B618D8BC3}"/>
              </a:ext>
            </a:extLst>
          </p:cNvPr>
          <p:cNvSpPr txBox="1">
            <a:spLocks/>
          </p:cNvSpPr>
          <p:nvPr/>
        </p:nvSpPr>
        <p:spPr>
          <a:xfrm>
            <a:off x="545907" y="902602"/>
            <a:ext cx="7428512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600">
                <a:solidFill>
                  <a:schemeClr val="bg1"/>
                </a:solidFill>
                <a:latin typeface="Graphik Regular" panose="020B0503030202060203" pitchFamily="34" charset="77"/>
              </a:rPr>
              <a:t>INCLUSIVE DESIGN &amp; ACCESSIBILITY TEAM</a:t>
            </a:r>
          </a:p>
        </p:txBody>
      </p:sp>
      <p:sp>
        <p:nvSpPr>
          <p:cNvPr id="72" name="Text 0">
            <a:extLst>
              <a:ext uri="{FF2B5EF4-FFF2-40B4-BE49-F238E27FC236}">
                <a16:creationId xmlns:a16="http://schemas.microsoft.com/office/drawing/2014/main" id="{16FEA7BD-23A3-9207-0BED-3F22FD75D8F5}"/>
              </a:ext>
            </a:extLst>
          </p:cNvPr>
          <p:cNvSpPr/>
          <p:nvPr/>
        </p:nvSpPr>
        <p:spPr>
          <a:xfrm>
            <a:off x="695326" y="1978080"/>
            <a:ext cx="1928773" cy="1089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6900" b="1">
                <a:solidFill>
                  <a:srgbClr val="FFFFFF"/>
                </a:solidFill>
                <a:latin typeface="Graphik Bold"/>
                <a:ea typeface="Calibri"/>
                <a:cs typeface="Calibri"/>
              </a:rPr>
              <a:t>30+</a:t>
            </a:r>
          </a:p>
        </p:txBody>
      </p:sp>
      <p:sp>
        <p:nvSpPr>
          <p:cNvPr id="73" name="Text 0">
            <a:extLst>
              <a:ext uri="{FF2B5EF4-FFF2-40B4-BE49-F238E27FC236}">
                <a16:creationId xmlns:a16="http://schemas.microsoft.com/office/drawing/2014/main" id="{D126CCFD-1DDA-FFDC-A6DF-3CEC8CC9518C}"/>
              </a:ext>
            </a:extLst>
          </p:cNvPr>
          <p:cNvSpPr/>
          <p:nvPr/>
        </p:nvSpPr>
        <p:spPr>
          <a:xfrm>
            <a:off x="2606036" y="2249922"/>
            <a:ext cx="4345340" cy="54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400">
                <a:solidFill>
                  <a:srgbClr val="FFFFFF"/>
                </a:solidFill>
                <a:latin typeface="Graphik Medium" panose="020B0503030202060203" pitchFamily="34" charset="77"/>
                <a:ea typeface="Calibri"/>
                <a:cs typeface="Calibri"/>
              </a:rPr>
              <a:t>Accessibility Specialists</a:t>
            </a: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6A96AE5B-76E7-FFA1-E27B-B45CF6A2DF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6706220" y="757332"/>
            <a:ext cx="1107750" cy="1107750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43274C08-2271-4CBB-1B89-A5F438B5FC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1062557" y="3496906"/>
            <a:ext cx="1107750" cy="1107750"/>
          </a:xfrm>
          <a:prstGeom prst="rect">
            <a:avLst/>
          </a:prstGeom>
        </p:spPr>
      </p:pic>
      <p:sp>
        <p:nvSpPr>
          <p:cNvPr id="109" name="CasellaDiTesto 17">
            <a:extLst>
              <a:ext uri="{FF2B5EF4-FFF2-40B4-BE49-F238E27FC236}">
                <a16:creationId xmlns:a16="http://schemas.microsoft.com/office/drawing/2014/main" id="{4355B77E-A96B-A2B1-3B10-519F31766B08}"/>
              </a:ext>
            </a:extLst>
          </p:cNvPr>
          <p:cNvSpPr txBox="1"/>
          <p:nvPr/>
        </p:nvSpPr>
        <p:spPr>
          <a:xfrm>
            <a:off x="610213" y="3565186"/>
            <a:ext cx="1002989" cy="32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1400" spc="300">
                <a:solidFill>
                  <a:schemeClr val="bg1"/>
                </a:solidFill>
                <a:latin typeface="Graphik Regular" panose="020B0503030202060203" pitchFamily="34" charset="77"/>
              </a:rPr>
              <a:t>ROME</a:t>
            </a:r>
          </a:p>
        </p:txBody>
      </p:sp>
      <p:pic>
        <p:nvPicPr>
          <p:cNvPr id="1045" name="Immagine 15" descr="Immagine che contiene edificio, stadio, luogo di interesse, Antica Roma&#10;&#10;Il contenuto generato dall'IA potrebbe non essere corretto.">
            <a:extLst>
              <a:ext uri="{FF2B5EF4-FFF2-40B4-BE49-F238E27FC236}">
                <a16:creationId xmlns:a16="http://schemas.microsoft.com/office/drawing/2014/main" id="{5F6E16F0-924C-E494-0DC3-40EAC515BEAC}"/>
              </a:ext>
            </a:extLst>
          </p:cNvPr>
          <p:cNvPicPr>
            <a:picLocks noChangeAspect="1"/>
          </p:cNvPicPr>
          <p:nvPr/>
        </p:nvPicPr>
        <p:blipFill>
          <a:blip r:embed="rId6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351381">
            <a:off x="832243" y="3045422"/>
            <a:ext cx="558784" cy="558784"/>
          </a:xfrm>
          <a:prstGeom prst="rect">
            <a:avLst/>
          </a:prstGeom>
        </p:spPr>
      </p:pic>
      <p:sp>
        <p:nvSpPr>
          <p:cNvPr id="1046" name="CasellaDiTesto 17">
            <a:extLst>
              <a:ext uri="{FF2B5EF4-FFF2-40B4-BE49-F238E27FC236}">
                <a16:creationId xmlns:a16="http://schemas.microsoft.com/office/drawing/2014/main" id="{0839AEAF-14A8-C13E-BEDD-EE96BF98869E}"/>
              </a:ext>
            </a:extLst>
          </p:cNvPr>
          <p:cNvSpPr txBox="1"/>
          <p:nvPr/>
        </p:nvSpPr>
        <p:spPr>
          <a:xfrm>
            <a:off x="2592292" y="3565186"/>
            <a:ext cx="1002989" cy="32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1400" spc="300">
                <a:solidFill>
                  <a:schemeClr val="bg1"/>
                </a:solidFill>
                <a:latin typeface="Graphik Regular" panose="020B0503030202060203" pitchFamily="34" charset="77"/>
              </a:rPr>
              <a:t>MILAN</a:t>
            </a:r>
          </a:p>
        </p:txBody>
      </p:sp>
      <p:sp>
        <p:nvSpPr>
          <p:cNvPr id="1048" name="CasellaDiTesto 17">
            <a:extLst>
              <a:ext uri="{FF2B5EF4-FFF2-40B4-BE49-F238E27FC236}">
                <a16:creationId xmlns:a16="http://schemas.microsoft.com/office/drawing/2014/main" id="{AEB11DF4-8F73-9636-92A7-E34B2D4C207C}"/>
              </a:ext>
            </a:extLst>
          </p:cNvPr>
          <p:cNvSpPr txBox="1"/>
          <p:nvPr/>
        </p:nvSpPr>
        <p:spPr>
          <a:xfrm>
            <a:off x="4577865" y="3565186"/>
            <a:ext cx="1002989" cy="32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1400" spc="300">
                <a:solidFill>
                  <a:schemeClr val="bg1"/>
                </a:solidFill>
                <a:latin typeface="Graphik Regular" panose="020B0503030202060203" pitchFamily="34" charset="77"/>
              </a:rPr>
              <a:t>TURIN</a:t>
            </a:r>
          </a:p>
        </p:txBody>
      </p:sp>
      <p:sp>
        <p:nvSpPr>
          <p:cNvPr id="1050" name="Rectangle 11">
            <a:extLst>
              <a:ext uri="{FF2B5EF4-FFF2-40B4-BE49-F238E27FC236}">
                <a16:creationId xmlns:a16="http://schemas.microsoft.com/office/drawing/2014/main" id="{1F1D24F0-A9C6-A9E9-2FD8-CE1AB283ACD6}"/>
              </a:ext>
            </a:extLst>
          </p:cNvPr>
          <p:cNvSpPr>
            <a:spLocks noChangeAspect="1"/>
          </p:cNvSpPr>
          <p:nvPr/>
        </p:nvSpPr>
        <p:spPr>
          <a:xfrm rot="2700000" flipH="1" flipV="1">
            <a:off x="3823362" y="3240727"/>
            <a:ext cx="457200" cy="457200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914400"/>
              <a:gd name="csY0" fmla="*/ 0 h 914400"/>
              <a:gd name="csX1" fmla="*/ 4738 w 914400"/>
              <a:gd name="csY1" fmla="*/ 4738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4738" y="4738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9D70F9">
                  <a:alpha val="25000"/>
                </a:srgbClr>
              </a:gs>
              <a:gs pos="50000">
                <a:srgbClr val="BA96F5">
                  <a:alpha val="25000"/>
                </a:srgbClr>
              </a:gs>
              <a:gs pos="100000">
                <a:srgbClr val="D2AAF8">
                  <a:alpha val="25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51" name="Immagine 60" descr="Immagine che contiene edificio, Architettura medievale, Architettura classica, cattedrale&#10;&#10;Il contenuto generato dall'IA potrebbe non essere corretto.">
            <a:extLst>
              <a:ext uri="{FF2B5EF4-FFF2-40B4-BE49-F238E27FC236}">
                <a16:creationId xmlns:a16="http://schemas.microsoft.com/office/drawing/2014/main" id="{66ADF116-748C-501A-C80B-18A80FE35191}"/>
              </a:ext>
            </a:extLst>
          </p:cNvPr>
          <p:cNvPicPr>
            <a:picLocks noChangeAspect="1"/>
          </p:cNvPicPr>
          <p:nvPr/>
        </p:nvPicPr>
        <p:blipFill>
          <a:blip r:embed="rId6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430273">
            <a:off x="2823675" y="3015570"/>
            <a:ext cx="536699" cy="536699"/>
          </a:xfrm>
          <a:prstGeom prst="rect">
            <a:avLst/>
          </a:prstGeom>
        </p:spPr>
      </p:pic>
      <p:pic>
        <p:nvPicPr>
          <p:cNvPr id="1052" name="Immagine 41" descr="Immagine che contiene edificio, luogo di interesse, torre, cupola&#10;&#10;Il contenuto generato dall'IA potrebbe non essere corretto.">
            <a:extLst>
              <a:ext uri="{FF2B5EF4-FFF2-40B4-BE49-F238E27FC236}">
                <a16:creationId xmlns:a16="http://schemas.microsoft.com/office/drawing/2014/main" id="{BAC98B2B-E330-94CE-8BF2-72B0D4939438}"/>
              </a:ext>
            </a:extLst>
          </p:cNvPr>
          <p:cNvPicPr>
            <a:picLocks noChangeAspect="1"/>
          </p:cNvPicPr>
          <p:nvPr/>
        </p:nvPicPr>
        <p:blipFill>
          <a:blip r:embed="rId6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379732">
            <a:off x="4624273" y="2696284"/>
            <a:ext cx="899505" cy="899505"/>
          </a:xfrm>
          <a:prstGeom prst="rect">
            <a:avLst/>
          </a:prstGeom>
        </p:spPr>
      </p:pic>
      <p:pic>
        <p:nvPicPr>
          <p:cNvPr id="1053" name="Picture 1052" descr="A blue and white logo&#10;&#10;AI-generated content may be incorrect.">
            <a:extLst>
              <a:ext uri="{FF2B5EF4-FFF2-40B4-BE49-F238E27FC236}">
                <a16:creationId xmlns:a16="http://schemas.microsoft.com/office/drawing/2014/main" id="{8B31FC7B-149F-914D-28BD-7248280DE2D5}"/>
              </a:ext>
            </a:extLst>
          </p:cNvPr>
          <p:cNvPicPr>
            <a:picLocks noChangeAspect="1"/>
          </p:cNvPicPr>
          <p:nvPr/>
        </p:nvPicPr>
        <p:blipFill>
          <a:blip r:embed="rId7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4226" y="4710286"/>
            <a:ext cx="610487" cy="708165"/>
          </a:xfrm>
          <a:prstGeom prst="rect">
            <a:avLst/>
          </a:prstGeom>
        </p:spPr>
      </p:pic>
      <p:pic>
        <p:nvPicPr>
          <p:cNvPr id="1054" name="Picture 1053">
            <a:extLst>
              <a:ext uri="{FF2B5EF4-FFF2-40B4-BE49-F238E27FC236}">
                <a16:creationId xmlns:a16="http://schemas.microsoft.com/office/drawing/2014/main" id="{2109D271-14BD-7CD8-9CF7-2A4DBC853409}"/>
              </a:ext>
            </a:extLst>
          </p:cNvPr>
          <p:cNvPicPr>
            <a:picLocks noChangeAspect="1"/>
          </p:cNvPicPr>
          <p:nvPr/>
        </p:nvPicPr>
        <p:blipFill>
          <a:blip r:embed="rId7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4226" y="5687634"/>
            <a:ext cx="1397477" cy="420447"/>
          </a:xfrm>
          <a:prstGeom prst="rect">
            <a:avLst/>
          </a:prstGeom>
        </p:spPr>
      </p:pic>
      <p:pic>
        <p:nvPicPr>
          <p:cNvPr id="1055" name="Picture 1054" descr="A blue and white logo&#10;&#10;AI-generated content may be incorrect.">
            <a:extLst>
              <a:ext uri="{FF2B5EF4-FFF2-40B4-BE49-F238E27FC236}">
                <a16:creationId xmlns:a16="http://schemas.microsoft.com/office/drawing/2014/main" id="{8017700C-E0F3-D879-2A27-5D8831AAF726}"/>
              </a:ext>
            </a:extLst>
          </p:cNvPr>
          <p:cNvPicPr>
            <a:picLocks noChangeAspect="1"/>
          </p:cNvPicPr>
          <p:nvPr/>
        </p:nvPicPr>
        <p:blipFill>
          <a:blip r:embed="rId7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0867" y="5674126"/>
            <a:ext cx="871327" cy="430217"/>
          </a:xfrm>
          <a:prstGeom prst="rect">
            <a:avLst/>
          </a:prstGeom>
        </p:spPr>
      </p:pic>
      <p:pic>
        <p:nvPicPr>
          <p:cNvPr id="1056" name="Immagine 43">
            <a:extLst>
              <a:ext uri="{FF2B5EF4-FFF2-40B4-BE49-F238E27FC236}">
                <a16:creationId xmlns:a16="http://schemas.microsoft.com/office/drawing/2014/main" id="{C95E9499-2033-AB11-617F-53AC7E4C0BD7}"/>
              </a:ext>
            </a:extLst>
          </p:cNvPr>
          <p:cNvPicPr>
            <a:picLocks noChangeAspect="1"/>
          </p:cNvPicPr>
          <p:nvPr/>
        </p:nvPicPr>
        <p:blipFill>
          <a:blip r:embed="rId7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90597" y="4688076"/>
            <a:ext cx="736387" cy="736387"/>
          </a:xfrm>
          <a:prstGeom prst="rect">
            <a:avLst/>
          </a:prstGeom>
        </p:spPr>
      </p:pic>
      <p:pic>
        <p:nvPicPr>
          <p:cNvPr id="1057" name="Immagine 43">
            <a:extLst>
              <a:ext uri="{FF2B5EF4-FFF2-40B4-BE49-F238E27FC236}">
                <a16:creationId xmlns:a16="http://schemas.microsoft.com/office/drawing/2014/main" id="{749C1269-26FA-60B8-8F37-8AAD1B00A786}"/>
              </a:ext>
            </a:extLst>
          </p:cNvPr>
          <p:cNvPicPr>
            <a:picLocks noChangeAspect="1"/>
          </p:cNvPicPr>
          <p:nvPr/>
        </p:nvPicPr>
        <p:blipFill>
          <a:blip r:embed="rId7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80867" y="4710286"/>
            <a:ext cx="708165" cy="708165"/>
          </a:xfrm>
          <a:prstGeom prst="rect">
            <a:avLst/>
          </a:prstGeom>
        </p:spPr>
      </p:pic>
      <p:pic>
        <p:nvPicPr>
          <p:cNvPr id="1058" name="Immagine 43">
            <a:extLst>
              <a:ext uri="{FF2B5EF4-FFF2-40B4-BE49-F238E27FC236}">
                <a16:creationId xmlns:a16="http://schemas.microsoft.com/office/drawing/2014/main" id="{153878C1-2068-4FE9-FF70-7D1A8363C7DD}"/>
              </a:ext>
            </a:extLst>
          </p:cNvPr>
          <p:cNvPicPr>
            <a:picLocks noChangeAspect="1"/>
          </p:cNvPicPr>
          <p:nvPr/>
        </p:nvPicPr>
        <p:blipFill>
          <a:blip r:embed="rId7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8455" y="4708224"/>
            <a:ext cx="708166" cy="708166"/>
          </a:xfrm>
          <a:prstGeom prst="rect">
            <a:avLst/>
          </a:prstGeom>
        </p:spPr>
      </p:pic>
      <p:pic>
        <p:nvPicPr>
          <p:cNvPr id="1062" name="Picture 1061">
            <a:extLst>
              <a:ext uri="{FF2B5EF4-FFF2-40B4-BE49-F238E27FC236}">
                <a16:creationId xmlns:a16="http://schemas.microsoft.com/office/drawing/2014/main" id="{C1E1F4B9-F89C-CFA4-FCD1-754E10D57A15}"/>
              </a:ext>
            </a:extLst>
          </p:cNvPr>
          <p:cNvPicPr>
            <a:picLocks noChangeAspect="1"/>
          </p:cNvPicPr>
          <p:nvPr/>
        </p:nvPicPr>
        <p:blipFill>
          <a:blip r:embed="rId7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2" y="465438"/>
            <a:ext cx="1781810" cy="221387"/>
          </a:xfrm>
          <a:prstGeom prst="rect">
            <a:avLst/>
          </a:prstGeom>
        </p:spPr>
      </p:pic>
      <p:sp>
        <p:nvSpPr>
          <p:cNvPr id="3" name="Oval 63">
            <a:extLst>
              <a:ext uri="{FF2B5EF4-FFF2-40B4-BE49-F238E27FC236}">
                <a16:creationId xmlns:a16="http://schemas.microsoft.com/office/drawing/2014/main" id="{CC1F21AB-FB58-538C-0E10-E768B6C47519}"/>
              </a:ext>
            </a:extLst>
          </p:cNvPr>
          <p:cNvSpPr>
            <a:spLocks noChangeAspect="1"/>
          </p:cNvSpPr>
          <p:nvPr/>
        </p:nvSpPr>
        <p:spPr>
          <a:xfrm>
            <a:off x="8349612" y="6141591"/>
            <a:ext cx="548640" cy="548640"/>
          </a:xfrm>
          <a:prstGeom prst="ellipse">
            <a:avLst/>
          </a:prstGeom>
          <a:noFill/>
          <a:ln>
            <a:solidFill>
              <a:srgbClr val="D2A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40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3" descr="A colorful fabric on a black background&#10;&#10;Description automatically generated">
            <a:extLst>
              <a:ext uri="{FF2B5EF4-FFF2-40B4-BE49-F238E27FC236}">
                <a16:creationId xmlns:a16="http://schemas.microsoft.com/office/drawing/2014/main" id="{3E876624-07AC-01B7-21C2-3CC9392B25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209" cy="6858000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FEC487E6-D389-535A-6DBB-0986CE197AD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47C85D04-3BF6-1F91-155B-E4FD0528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8" y="6477001"/>
            <a:ext cx="381001" cy="207843"/>
          </a:xfrm>
          <a:prstGeom prst="rect">
            <a:avLst/>
          </a:prstGeom>
        </p:spPr>
        <p:txBody>
          <a:bodyPr lIns="72000" tIns="0" rIns="0" bIns="0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4E29A9-8343-DE43-888B-DCE63CEAABC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383EFF9-A68F-C32F-76F9-4F73F3188CA4}"/>
              </a:ext>
            </a:extLst>
          </p:cNvPr>
          <p:cNvSpPr txBox="1"/>
          <p:nvPr/>
        </p:nvSpPr>
        <p:spPr>
          <a:xfrm>
            <a:off x="3529946" y="32276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554">
              <a:spcAft>
                <a:spcPts val="1200"/>
              </a:spcAft>
            </a:pPr>
            <a:endParaRPr lang="en-US"/>
          </a:p>
        </p:txBody>
      </p:sp>
      <p:sp>
        <p:nvSpPr>
          <p:cNvPr id="11" name="Segnaposto testo 4">
            <a:extLst>
              <a:ext uri="{FF2B5EF4-FFF2-40B4-BE49-F238E27FC236}">
                <a16:creationId xmlns:a16="http://schemas.microsoft.com/office/drawing/2014/main" id="{04F4805C-3B91-3105-9249-CF4DF11B962B}"/>
              </a:ext>
            </a:extLst>
          </p:cNvPr>
          <p:cNvSpPr txBox="1">
            <a:spLocks/>
          </p:cNvSpPr>
          <p:nvPr/>
        </p:nvSpPr>
        <p:spPr>
          <a:xfrm>
            <a:off x="1227136" y="2175611"/>
            <a:ext cx="9879479" cy="2470969"/>
          </a:xfrm>
          <a:prstGeom prst="rect">
            <a:avLst/>
          </a:prstGeom>
        </p:spPr>
        <p:txBody>
          <a:bodyPr lIns="72000" tIns="0" rIns="0" bIns="0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000">
                <a:solidFill>
                  <a:schemeClr val="bg1"/>
                </a:solidFill>
              </a:rPr>
              <a:t>A suite of tools </a:t>
            </a:r>
            <a:r>
              <a:rPr lang="en-US" sz="4000">
                <a:solidFill>
                  <a:schemeClr val="bg1"/>
                </a:solidFill>
                <a:latin typeface="Graphik Medium" panose="020B0503030202060203" pitchFamily="34" charset="77"/>
              </a:rPr>
              <a:t>to manage and monitor digital accessibility</a:t>
            </a:r>
            <a:r>
              <a:rPr lang="en-US" sz="4000">
                <a:solidFill>
                  <a:schemeClr val="bg1"/>
                </a:solidFill>
              </a:rPr>
              <a:t>, powered by a robust agentic AI engine.</a:t>
            </a:r>
            <a:endParaRPr lang="en-US" sz="4000">
              <a:solidFill>
                <a:schemeClr val="bg1"/>
              </a:solidFill>
              <a:latin typeface="Graphik Medium" panose="020B0503030202060203" pitchFamily="34" charset="77"/>
            </a:endParaRP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E15288FB-E8DF-1201-CEEF-2EB1C6B4B474}"/>
              </a:ext>
            </a:extLst>
          </p:cNvPr>
          <p:cNvSpPr txBox="1">
            <a:spLocks/>
          </p:cNvSpPr>
          <p:nvPr/>
        </p:nvSpPr>
        <p:spPr>
          <a:xfrm>
            <a:off x="11562151" y="6441885"/>
            <a:ext cx="336338" cy="134397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668"/>
            <a:fld id="{86CB4B4D-7CA3-9044-876B-883B54F8677D}" type="slidenum">
              <a:rPr lang="en-US" sz="800" smtClean="0">
                <a:solidFill>
                  <a:schemeClr val="bg1"/>
                </a:solidFill>
                <a:latin typeface="Graphik Comp Medium Trial" pitchFamily="2" charset="0"/>
                <a:cs typeface="Arial" charset="0"/>
              </a:rPr>
              <a:pPr defTabSz="913668"/>
              <a:t>3</a:t>
            </a:fld>
            <a:endParaRPr lang="en-US" sz="800">
              <a:solidFill>
                <a:schemeClr val="bg1"/>
              </a:solidFill>
              <a:latin typeface="Graphik Comp Medium Trial" pitchFamily="2" charset="0"/>
              <a:cs typeface="Arial" charset="0"/>
            </a:endParaRPr>
          </a:p>
        </p:txBody>
      </p:sp>
      <p:sp>
        <p:nvSpPr>
          <p:cNvPr id="21" name="Footer Placeholder 1">
            <a:extLst>
              <a:ext uri="{FF2B5EF4-FFF2-40B4-BE49-F238E27FC236}">
                <a16:creationId xmlns:a16="http://schemas.microsoft.com/office/drawing/2014/main" id="{516221FC-711A-8F62-7C04-93062B66D468}"/>
              </a:ext>
            </a:extLst>
          </p:cNvPr>
          <p:cNvSpPr txBox="1">
            <a:spLocks/>
          </p:cNvSpPr>
          <p:nvPr/>
        </p:nvSpPr>
        <p:spPr>
          <a:xfrm>
            <a:off x="8373353" y="6443759"/>
            <a:ext cx="3175200" cy="132523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chemeClr val="bg1"/>
                </a:solidFill>
                <a:latin typeface="Graphik-Light" panose="020B0403030202060203" pitchFamily="34" charset="77"/>
              </a:rPr>
              <a:t>Copyright © 2024 Accenture. All rights reserved.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C755253-AEBE-BCAE-C6BF-895EA24D869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6710" y="6404077"/>
            <a:ext cx="1280854" cy="159376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A57498B3-0B13-757F-92F0-B72938B69C2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7136" y="750848"/>
            <a:ext cx="2321262" cy="67391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43549E9-C379-6026-67DC-7248CDB34D0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3899" y="674712"/>
            <a:ext cx="2321262" cy="736593"/>
          </a:xfrm>
          <a:prstGeom prst="rect">
            <a:avLst/>
          </a:prstGeom>
        </p:spPr>
      </p:pic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89020A9C-5517-1163-2BFB-42A38924F124}"/>
              </a:ext>
            </a:extLst>
          </p:cNvPr>
          <p:cNvSpPr txBox="1">
            <a:spLocks/>
          </p:cNvSpPr>
          <p:nvPr/>
        </p:nvSpPr>
        <p:spPr>
          <a:xfrm>
            <a:off x="3703564" y="820333"/>
            <a:ext cx="488028" cy="595942"/>
          </a:xfrm>
          <a:prstGeom prst="rect">
            <a:avLst/>
          </a:prstGeom>
        </p:spPr>
        <p:txBody>
          <a:bodyPr lIns="72000" tIns="0" rIns="0" bIns="0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rgbClr val="702FFF"/>
                </a:solidFill>
              </a:rPr>
              <a:t>+</a:t>
            </a:r>
          </a:p>
        </p:txBody>
      </p:sp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6EAB59B3-1C25-76D0-1A89-862E9B0FA7A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8441" y="5405916"/>
            <a:ext cx="673915" cy="673915"/>
          </a:xfrm>
          <a:prstGeom prst="rect">
            <a:avLst/>
          </a:prstGeom>
        </p:spPr>
      </p:pic>
      <p:pic>
        <p:nvPicPr>
          <p:cNvPr id="15" name="Immagine 5">
            <a:extLst>
              <a:ext uri="{FF2B5EF4-FFF2-40B4-BE49-F238E27FC236}">
                <a16:creationId xmlns:a16="http://schemas.microsoft.com/office/drawing/2014/main" id="{E1FE50BE-370B-675A-7D2E-5D2BA4BE3F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489288" y="733848"/>
            <a:ext cx="3245325" cy="682427"/>
          </a:xfrm>
          <a:prstGeom prst="rect">
            <a:avLst/>
          </a:prstGeom>
        </p:spPr>
      </p:pic>
      <p:sp>
        <p:nvSpPr>
          <p:cNvPr id="16" name="Segnaposto testo 4">
            <a:extLst>
              <a:ext uri="{FF2B5EF4-FFF2-40B4-BE49-F238E27FC236}">
                <a16:creationId xmlns:a16="http://schemas.microsoft.com/office/drawing/2014/main" id="{EFF296E0-0B92-ED35-A4C6-81D47A43F2F2}"/>
              </a:ext>
            </a:extLst>
          </p:cNvPr>
          <p:cNvSpPr txBox="1">
            <a:spLocks/>
          </p:cNvSpPr>
          <p:nvPr/>
        </p:nvSpPr>
        <p:spPr>
          <a:xfrm>
            <a:off x="8037686" y="787650"/>
            <a:ext cx="488028" cy="595942"/>
          </a:xfrm>
          <a:prstGeom prst="rect">
            <a:avLst/>
          </a:prstGeom>
        </p:spPr>
        <p:txBody>
          <a:bodyPr lIns="72000" tIns="0" rIns="0" bIns="0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rgbClr val="702FFF"/>
                </a:solidFill>
              </a:rPr>
              <a:t>+</a:t>
            </a:r>
          </a:p>
        </p:txBody>
      </p:sp>
      <p:pic>
        <p:nvPicPr>
          <p:cNvPr id="5" name="Immagine 4" descr="Immagine che contiene cerchi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D873CB2D-868F-FE3E-4EFD-B77040058AFD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70615" y="5415332"/>
            <a:ext cx="673915" cy="67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16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9FEE-4B00-3FDF-9A80-A21B17CF6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C8E4AF4-13DA-7BD2-BB0A-FD42CDDA9BC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416" y="-1"/>
            <a:ext cx="12163584" cy="685800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22BC23B-1663-B76B-57B6-202140DAA059}"/>
              </a:ext>
            </a:extLst>
          </p:cNvPr>
          <p:cNvSpPr txBox="1"/>
          <p:nvPr/>
        </p:nvSpPr>
        <p:spPr>
          <a:xfrm>
            <a:off x="4135866" y="41543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554">
              <a:spcAft>
                <a:spcPts val="1200"/>
              </a:spcAft>
            </a:pPr>
            <a:endParaRPr lang="en-US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3A5E3CAC-360A-E664-C454-BCD8D963F1A4}"/>
              </a:ext>
            </a:extLst>
          </p:cNvPr>
          <p:cNvSpPr txBox="1">
            <a:spLocks/>
          </p:cNvSpPr>
          <p:nvPr/>
        </p:nvSpPr>
        <p:spPr>
          <a:xfrm>
            <a:off x="11562151" y="6441885"/>
            <a:ext cx="336338" cy="134397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668"/>
            <a:fld id="{86CB4B4D-7CA3-9044-876B-883B54F8677D}" type="slidenum">
              <a:rPr lang="en-US" sz="800" smtClean="0">
                <a:solidFill>
                  <a:schemeClr val="bg1"/>
                </a:solidFill>
                <a:latin typeface="Graphik Comp Medium Trial" pitchFamily="2" charset="0"/>
                <a:cs typeface="Arial" charset="0"/>
              </a:rPr>
              <a:pPr defTabSz="913668"/>
              <a:t>4</a:t>
            </a:fld>
            <a:endParaRPr lang="en-US" sz="800">
              <a:solidFill>
                <a:schemeClr val="bg1"/>
              </a:solidFill>
              <a:latin typeface="Graphik Comp Medium Trial" pitchFamily="2" charset="0"/>
              <a:cs typeface="Arial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6ED47DE-D5D3-67A9-E864-979F96660F5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6710" y="6404077"/>
            <a:ext cx="1280854" cy="159376"/>
          </a:xfrm>
          <a:prstGeom prst="rect">
            <a:avLst/>
          </a:prstGeom>
        </p:spPr>
      </p:pic>
      <p:cxnSp>
        <p:nvCxnSpPr>
          <p:cNvPr id="5" name="Connettore 1 97">
            <a:extLst>
              <a:ext uri="{FF2B5EF4-FFF2-40B4-BE49-F238E27FC236}">
                <a16:creationId xmlns:a16="http://schemas.microsoft.com/office/drawing/2014/main" id="{5DDC2933-DF8A-B6E0-CC21-5E0472DB43F5}"/>
              </a:ext>
            </a:extLst>
          </p:cNvPr>
          <p:cNvCxnSpPr>
            <a:cxnSpLocks/>
          </p:cNvCxnSpPr>
          <p:nvPr/>
        </p:nvCxnSpPr>
        <p:spPr>
          <a:xfrm>
            <a:off x="567794" y="3653354"/>
            <a:ext cx="10994357" cy="0"/>
          </a:xfrm>
          <a:prstGeom prst="line">
            <a:avLst/>
          </a:prstGeom>
          <a:ln w="254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9">
            <a:extLst>
              <a:ext uri="{FF2B5EF4-FFF2-40B4-BE49-F238E27FC236}">
                <a16:creationId xmlns:a16="http://schemas.microsoft.com/office/drawing/2014/main" id="{A13A8B71-5147-130F-AE51-F07830E98A87}"/>
              </a:ext>
            </a:extLst>
          </p:cNvPr>
          <p:cNvSpPr txBox="1">
            <a:spLocks/>
          </p:cNvSpPr>
          <p:nvPr/>
        </p:nvSpPr>
        <p:spPr>
          <a:xfrm>
            <a:off x="8561555" y="4280649"/>
            <a:ext cx="2350360" cy="1680755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999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453" indent="-182453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3800" indent="-171347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Graphik Light" panose="020B0403030202060203" pitchFamily="34" charset="-18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6253" indent="-182453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-18"/>
              <a:buChar char="|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03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/>
            <a:r>
              <a:rPr lang="en-US" sz="1600">
                <a:solidFill>
                  <a:schemeClr val="bg1"/>
                </a:solidFill>
                <a:latin typeface="Graphik Light" panose="020B0403030202060203" pitchFamily="34" charset="77"/>
              </a:rPr>
              <a:t>The solution is designed to streamline accessibility operations and ensure compliance with </a:t>
            </a:r>
            <a:r>
              <a:rPr lang="en-US" sz="1600" err="1">
                <a:solidFill>
                  <a:schemeClr val="bg1"/>
                </a:solidFill>
                <a:latin typeface="Graphik Light" panose="020B0403030202060203" pitchFamily="34" charset="77"/>
              </a:rPr>
              <a:t>AgID</a:t>
            </a:r>
            <a:r>
              <a:rPr lang="en-US" sz="1600">
                <a:solidFill>
                  <a:schemeClr val="bg1"/>
                </a:solidFill>
                <a:latin typeface="Graphik Light" panose="020B0403030202060203" pitchFamily="34" charset="77"/>
              </a:rPr>
              <a:t> requirements</a:t>
            </a:r>
          </a:p>
        </p:txBody>
      </p:sp>
      <p:sp>
        <p:nvSpPr>
          <p:cNvPr id="18" name="Segnaposto testo 9">
            <a:extLst>
              <a:ext uri="{FF2B5EF4-FFF2-40B4-BE49-F238E27FC236}">
                <a16:creationId xmlns:a16="http://schemas.microsoft.com/office/drawing/2014/main" id="{EE33C3BE-8AD6-F230-6FC5-933F5D0B287B}"/>
              </a:ext>
            </a:extLst>
          </p:cNvPr>
          <p:cNvSpPr txBox="1">
            <a:spLocks/>
          </p:cNvSpPr>
          <p:nvPr/>
        </p:nvSpPr>
        <p:spPr>
          <a:xfrm>
            <a:off x="8561555" y="3867354"/>
            <a:ext cx="1688234" cy="23272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999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453" indent="-182453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3800" indent="-171347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Graphik Light" panose="020B0403030202060203" pitchFamily="34" charset="-18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6253" indent="-182453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-18"/>
              <a:buChar char="|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03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400">
                <a:solidFill>
                  <a:schemeClr val="bg1"/>
                </a:solidFill>
                <a:latin typeface="Graphik-Medium" panose="020B0503030202060203" pitchFamily="34" charset="77"/>
              </a:rPr>
              <a:t>OPTIMIZATION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4EEA122-0C63-D9A6-5E39-5498064B35B8}"/>
              </a:ext>
            </a:extLst>
          </p:cNvPr>
          <p:cNvSpPr txBox="1"/>
          <p:nvPr/>
        </p:nvSpPr>
        <p:spPr>
          <a:xfrm>
            <a:off x="7477507" y="35218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554">
              <a:spcAft>
                <a:spcPts val="1200"/>
              </a:spcAft>
            </a:pPr>
            <a:endParaRPr lang="en-US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914F16A3-0C7E-CF02-5E50-E38732801C4F}"/>
              </a:ext>
            </a:extLst>
          </p:cNvPr>
          <p:cNvSpPr/>
          <p:nvPr/>
        </p:nvSpPr>
        <p:spPr>
          <a:xfrm>
            <a:off x="8576512" y="3608036"/>
            <a:ext cx="118726" cy="11872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9" bIns="91419" rtlCol="0" anchor="ctr"/>
          <a:lstStyle/>
          <a:p>
            <a:pPr algn="ctr"/>
            <a:endParaRPr lang="en-US"/>
          </a:p>
        </p:txBody>
      </p:sp>
      <p:sp>
        <p:nvSpPr>
          <p:cNvPr id="23" name="Segnaposto testo 9">
            <a:extLst>
              <a:ext uri="{FF2B5EF4-FFF2-40B4-BE49-F238E27FC236}">
                <a16:creationId xmlns:a16="http://schemas.microsoft.com/office/drawing/2014/main" id="{AD18BC5D-8D5F-84D4-9089-E0CBD1534649}"/>
              </a:ext>
            </a:extLst>
          </p:cNvPr>
          <p:cNvSpPr txBox="1">
            <a:spLocks/>
          </p:cNvSpPr>
          <p:nvPr/>
        </p:nvSpPr>
        <p:spPr>
          <a:xfrm>
            <a:off x="4990273" y="4280649"/>
            <a:ext cx="2291197" cy="180017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999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453" indent="-182453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3800" indent="-171347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Graphik Light" panose="020B0403030202060203" pitchFamily="34" charset="-18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6253" indent="-182453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-18"/>
              <a:buChar char="|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03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/>
            <a:r>
              <a:rPr lang="en-US" sz="1600">
                <a:solidFill>
                  <a:schemeClr val="bg1"/>
                </a:solidFill>
                <a:latin typeface="Graphik Light" panose="020B0403030202060203" pitchFamily="34" charset="77"/>
              </a:rPr>
              <a:t>Built to scale accessibility beyond specialist teams, the suite enables wider </a:t>
            </a:r>
            <a:r>
              <a:rPr lang="en-US" sz="1600" err="1">
                <a:solidFill>
                  <a:schemeClr val="bg1"/>
                </a:solidFill>
                <a:latin typeface="Graphik Light" panose="020B0403030202060203" pitchFamily="34" charset="77"/>
              </a:rPr>
              <a:t>organisational</a:t>
            </a:r>
            <a:r>
              <a:rPr lang="en-US" sz="1600">
                <a:solidFill>
                  <a:schemeClr val="bg1"/>
                </a:solidFill>
                <a:latin typeface="Graphik Light" panose="020B0403030202060203" pitchFamily="34" charset="77"/>
              </a:rPr>
              <a:t> adoption.</a:t>
            </a:r>
          </a:p>
        </p:txBody>
      </p:sp>
      <p:sp>
        <p:nvSpPr>
          <p:cNvPr id="24" name="Segnaposto testo 9">
            <a:extLst>
              <a:ext uri="{FF2B5EF4-FFF2-40B4-BE49-F238E27FC236}">
                <a16:creationId xmlns:a16="http://schemas.microsoft.com/office/drawing/2014/main" id="{435C6585-6A36-B3F7-8326-1BBCB9043E15}"/>
              </a:ext>
            </a:extLst>
          </p:cNvPr>
          <p:cNvSpPr txBox="1">
            <a:spLocks/>
          </p:cNvSpPr>
          <p:nvPr/>
        </p:nvSpPr>
        <p:spPr>
          <a:xfrm>
            <a:off x="4990272" y="3867353"/>
            <a:ext cx="1688233" cy="6664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999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453" indent="-182453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3800" indent="-171347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Graphik Light" panose="020B0403030202060203" pitchFamily="34" charset="-18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6253" indent="-182453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-18"/>
              <a:buChar char="|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03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400">
                <a:solidFill>
                  <a:schemeClr val="bg1"/>
                </a:solidFill>
                <a:latin typeface="Graphik-Medium" panose="020B0503030202060203" pitchFamily="34" charset="77"/>
              </a:rPr>
              <a:t>EMPOWERMENT</a:t>
            </a:r>
          </a:p>
        </p:txBody>
      </p:sp>
      <p:sp>
        <p:nvSpPr>
          <p:cNvPr id="25" name="CasellaDiTesto 18">
            <a:extLst>
              <a:ext uri="{FF2B5EF4-FFF2-40B4-BE49-F238E27FC236}">
                <a16:creationId xmlns:a16="http://schemas.microsoft.com/office/drawing/2014/main" id="{8E6C0313-5D60-60C5-ADF6-04E4F32C7C74}"/>
              </a:ext>
            </a:extLst>
          </p:cNvPr>
          <p:cNvSpPr txBox="1"/>
          <p:nvPr/>
        </p:nvSpPr>
        <p:spPr>
          <a:xfrm>
            <a:off x="4049734" y="35218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554">
              <a:spcAft>
                <a:spcPts val="1200"/>
              </a:spcAft>
            </a:pPr>
            <a:endParaRPr lang="en-US"/>
          </a:p>
        </p:txBody>
      </p:sp>
      <p:sp>
        <p:nvSpPr>
          <p:cNvPr id="27" name="Oval 25">
            <a:extLst>
              <a:ext uri="{FF2B5EF4-FFF2-40B4-BE49-F238E27FC236}">
                <a16:creationId xmlns:a16="http://schemas.microsoft.com/office/drawing/2014/main" id="{449310C9-DC66-65A3-25BA-103D8AD8B0F2}"/>
              </a:ext>
            </a:extLst>
          </p:cNvPr>
          <p:cNvSpPr/>
          <p:nvPr/>
        </p:nvSpPr>
        <p:spPr>
          <a:xfrm>
            <a:off x="5005229" y="3608036"/>
            <a:ext cx="118726" cy="11872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9" bIns="91419" rtlCol="0" anchor="ctr"/>
          <a:lstStyle/>
          <a:p>
            <a:pPr algn="ctr"/>
            <a:endParaRPr lang="en-US"/>
          </a:p>
        </p:txBody>
      </p:sp>
      <p:sp>
        <p:nvSpPr>
          <p:cNvPr id="28" name="Segnaposto testo 9">
            <a:extLst>
              <a:ext uri="{FF2B5EF4-FFF2-40B4-BE49-F238E27FC236}">
                <a16:creationId xmlns:a16="http://schemas.microsoft.com/office/drawing/2014/main" id="{03749CE1-79F2-8F86-F4A4-D830A63332CC}"/>
              </a:ext>
            </a:extLst>
          </p:cNvPr>
          <p:cNvSpPr txBox="1">
            <a:spLocks/>
          </p:cNvSpPr>
          <p:nvPr/>
        </p:nvSpPr>
        <p:spPr>
          <a:xfrm>
            <a:off x="1412367" y="4267990"/>
            <a:ext cx="2291197" cy="1680755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999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453" indent="-182453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3800" indent="-171347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Graphik Light" panose="020B0403030202060203" pitchFamily="34" charset="-18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6253" indent="-182453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-18"/>
              <a:buChar char="|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03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/>
            <a:r>
              <a:rPr lang="en-US" sz="1600">
                <a:solidFill>
                  <a:schemeClr val="bg1"/>
                </a:solidFill>
                <a:latin typeface="Graphik Light" panose="020B0403030202060203" pitchFamily="34" charset="77"/>
              </a:rPr>
              <a:t>Thanks to GenAI, operational effort required to manage and monitor websites can be significantly reduced.</a:t>
            </a:r>
          </a:p>
        </p:txBody>
      </p:sp>
      <p:sp>
        <p:nvSpPr>
          <p:cNvPr id="29" name="Segnaposto testo 9">
            <a:extLst>
              <a:ext uri="{FF2B5EF4-FFF2-40B4-BE49-F238E27FC236}">
                <a16:creationId xmlns:a16="http://schemas.microsoft.com/office/drawing/2014/main" id="{10D39846-CF66-E5B9-645D-09564FA50A12}"/>
              </a:ext>
            </a:extLst>
          </p:cNvPr>
          <p:cNvSpPr txBox="1">
            <a:spLocks/>
          </p:cNvSpPr>
          <p:nvPr/>
        </p:nvSpPr>
        <p:spPr>
          <a:xfrm>
            <a:off x="1412367" y="3867353"/>
            <a:ext cx="1398404" cy="64154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999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453" indent="-182453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3800" indent="-171347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Graphik Light" panose="020B0403030202060203" pitchFamily="34" charset="-18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6253" indent="-182453" algn="l" defTabSz="22837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-18"/>
              <a:buChar char="|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03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3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400">
                <a:solidFill>
                  <a:schemeClr val="bg1"/>
                </a:solidFill>
                <a:latin typeface="Graphik-Medium" panose="020B0503030202060203" pitchFamily="34" charset="77"/>
              </a:rPr>
              <a:t>EFFICIENCY</a:t>
            </a:r>
          </a:p>
        </p:txBody>
      </p:sp>
      <p:sp>
        <p:nvSpPr>
          <p:cNvPr id="30" name="CasellaDiTesto 18">
            <a:extLst>
              <a:ext uri="{FF2B5EF4-FFF2-40B4-BE49-F238E27FC236}">
                <a16:creationId xmlns:a16="http://schemas.microsoft.com/office/drawing/2014/main" id="{3FCEF3B1-790E-B2DE-EF78-94BFEF9036C7}"/>
              </a:ext>
            </a:extLst>
          </p:cNvPr>
          <p:cNvSpPr txBox="1"/>
          <p:nvPr/>
        </p:nvSpPr>
        <p:spPr>
          <a:xfrm>
            <a:off x="1469680" y="35218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554">
              <a:spcAft>
                <a:spcPts val="1200"/>
              </a:spcAft>
            </a:pPr>
            <a:endParaRPr lang="en-US"/>
          </a:p>
        </p:txBody>
      </p:sp>
      <p:sp>
        <p:nvSpPr>
          <p:cNvPr id="31" name="Oval 32">
            <a:extLst>
              <a:ext uri="{FF2B5EF4-FFF2-40B4-BE49-F238E27FC236}">
                <a16:creationId xmlns:a16="http://schemas.microsoft.com/office/drawing/2014/main" id="{E83E2E3B-0B98-E185-11EC-171DDE1FDC93}"/>
              </a:ext>
            </a:extLst>
          </p:cNvPr>
          <p:cNvSpPr/>
          <p:nvPr/>
        </p:nvSpPr>
        <p:spPr>
          <a:xfrm>
            <a:off x="1414968" y="3608036"/>
            <a:ext cx="118726" cy="11872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9" bIns="91419" rtlCol="0" anchor="ctr"/>
          <a:lstStyle/>
          <a:p>
            <a:pPr algn="ctr"/>
            <a:endParaRPr lang="en-US"/>
          </a:p>
        </p:txBody>
      </p:sp>
      <p:sp>
        <p:nvSpPr>
          <p:cNvPr id="32" name="Segnaposto testo 4">
            <a:extLst>
              <a:ext uri="{FF2B5EF4-FFF2-40B4-BE49-F238E27FC236}">
                <a16:creationId xmlns:a16="http://schemas.microsoft.com/office/drawing/2014/main" id="{36C16B31-F33A-468B-FEB5-5B3B199DDD15}"/>
              </a:ext>
            </a:extLst>
          </p:cNvPr>
          <p:cNvSpPr txBox="1">
            <a:spLocks/>
          </p:cNvSpPr>
          <p:nvPr/>
        </p:nvSpPr>
        <p:spPr>
          <a:xfrm>
            <a:off x="1227136" y="1892406"/>
            <a:ext cx="9878025" cy="1533282"/>
          </a:xfrm>
          <a:prstGeom prst="rect">
            <a:avLst/>
          </a:prstGeom>
        </p:spPr>
        <p:txBody>
          <a:bodyPr lIns="72000" tIns="0" rIns="0" bIns="0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000">
                <a:solidFill>
                  <a:schemeClr val="bg1"/>
                </a:solidFill>
                <a:latin typeface="Graphik Regular" panose="020B0503030202060203" pitchFamily="34" charset="77"/>
              </a:rPr>
              <a:t>A single solution to manage accessibility</a:t>
            </a: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AC876DF5-F5D3-1B0B-D9E8-7ACB91C75E02}"/>
              </a:ext>
            </a:extLst>
          </p:cNvPr>
          <p:cNvSpPr txBox="1">
            <a:spLocks/>
          </p:cNvSpPr>
          <p:nvPr/>
        </p:nvSpPr>
        <p:spPr>
          <a:xfrm>
            <a:off x="8373353" y="6443759"/>
            <a:ext cx="3175200" cy="132523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chemeClr val="bg1"/>
                </a:solidFill>
                <a:latin typeface="Graphik-Light" panose="020B0403030202060203" pitchFamily="34" charset="77"/>
              </a:rPr>
              <a:t>Copyright © 2024 Accenture. All rights reserved.</a:t>
            </a:r>
          </a:p>
        </p:txBody>
      </p:sp>
      <p:pic>
        <p:nvPicPr>
          <p:cNvPr id="2" name="Immagine 5">
            <a:extLst>
              <a:ext uri="{FF2B5EF4-FFF2-40B4-BE49-F238E27FC236}">
                <a16:creationId xmlns:a16="http://schemas.microsoft.com/office/drawing/2014/main" id="{3AB64EBA-6749-E105-A40F-8452798C7E8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7136" y="750848"/>
            <a:ext cx="2321262" cy="673915"/>
          </a:xfrm>
          <a:prstGeom prst="rect">
            <a:avLst/>
          </a:prstGeom>
        </p:spPr>
      </p:pic>
      <p:pic>
        <p:nvPicPr>
          <p:cNvPr id="6" name="Immagine 6">
            <a:extLst>
              <a:ext uri="{FF2B5EF4-FFF2-40B4-BE49-F238E27FC236}">
                <a16:creationId xmlns:a16="http://schemas.microsoft.com/office/drawing/2014/main" id="{51562B38-CAFE-0C35-FD41-ED143A32A2F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3899" y="674712"/>
            <a:ext cx="2321262" cy="736593"/>
          </a:xfrm>
          <a:prstGeom prst="rect">
            <a:avLst/>
          </a:prstGeom>
        </p:spPr>
      </p:pic>
      <p:sp>
        <p:nvSpPr>
          <p:cNvPr id="7" name="Segnaposto testo 4">
            <a:extLst>
              <a:ext uri="{FF2B5EF4-FFF2-40B4-BE49-F238E27FC236}">
                <a16:creationId xmlns:a16="http://schemas.microsoft.com/office/drawing/2014/main" id="{A15BDEE5-8EBC-C53E-0F11-6EE48709B90B}"/>
              </a:ext>
            </a:extLst>
          </p:cNvPr>
          <p:cNvSpPr txBox="1">
            <a:spLocks/>
          </p:cNvSpPr>
          <p:nvPr/>
        </p:nvSpPr>
        <p:spPr>
          <a:xfrm>
            <a:off x="3703564" y="820333"/>
            <a:ext cx="488028" cy="595942"/>
          </a:xfrm>
          <a:prstGeom prst="rect">
            <a:avLst/>
          </a:prstGeom>
        </p:spPr>
        <p:txBody>
          <a:bodyPr lIns="72000" tIns="0" rIns="0" bIns="0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rgbClr val="702FFF"/>
                </a:solidFill>
              </a:rPr>
              <a:t>+</a:t>
            </a:r>
          </a:p>
        </p:txBody>
      </p:sp>
      <p:pic>
        <p:nvPicPr>
          <p:cNvPr id="8" name="Immagine 5">
            <a:extLst>
              <a:ext uri="{FF2B5EF4-FFF2-40B4-BE49-F238E27FC236}">
                <a16:creationId xmlns:a16="http://schemas.microsoft.com/office/drawing/2014/main" id="{158AB5C1-2679-6424-202D-AD77C28416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489288" y="733848"/>
            <a:ext cx="3245325" cy="682427"/>
          </a:xfrm>
          <a:prstGeom prst="rect">
            <a:avLst/>
          </a:prstGeom>
        </p:spPr>
      </p:pic>
      <p:sp>
        <p:nvSpPr>
          <p:cNvPr id="14" name="Segnaposto testo 4">
            <a:extLst>
              <a:ext uri="{FF2B5EF4-FFF2-40B4-BE49-F238E27FC236}">
                <a16:creationId xmlns:a16="http://schemas.microsoft.com/office/drawing/2014/main" id="{6538D134-9C92-D4ED-4BC6-E7049C838F2E}"/>
              </a:ext>
            </a:extLst>
          </p:cNvPr>
          <p:cNvSpPr txBox="1">
            <a:spLocks/>
          </p:cNvSpPr>
          <p:nvPr/>
        </p:nvSpPr>
        <p:spPr>
          <a:xfrm>
            <a:off x="8037686" y="787650"/>
            <a:ext cx="488028" cy="595942"/>
          </a:xfrm>
          <a:prstGeom prst="rect">
            <a:avLst/>
          </a:prstGeom>
        </p:spPr>
        <p:txBody>
          <a:bodyPr lIns="72000" tIns="0" rIns="0" bIns="0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rgbClr val="702FFF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894787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72F4-EE34-C4F4-7EC3-181FE7030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63">
            <a:extLst>
              <a:ext uri="{FF2B5EF4-FFF2-40B4-BE49-F238E27FC236}">
                <a16:creationId xmlns:a16="http://schemas.microsoft.com/office/drawing/2014/main" id="{9441AD88-2F77-2673-E8EB-C5CEA0709B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GenAI accessibility suite</a:t>
            </a:r>
          </a:p>
        </p:txBody>
      </p:sp>
      <p:sp>
        <p:nvSpPr>
          <p:cNvPr id="11" name="Segnaposto testo 65">
            <a:extLst>
              <a:ext uri="{FF2B5EF4-FFF2-40B4-BE49-F238E27FC236}">
                <a16:creationId xmlns:a16="http://schemas.microsoft.com/office/drawing/2014/main" id="{0AC600C0-AFFB-293E-DD2B-29F66975B6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</a:t>
            </a:r>
          </a:p>
        </p:txBody>
      </p:sp>
      <p:cxnSp>
        <p:nvCxnSpPr>
          <p:cNvPr id="32" name="Connettore dritto 31">
            <a:extLst>
              <a:ext uri="{FF2B5EF4-FFF2-40B4-BE49-F238E27FC236}">
                <a16:creationId xmlns:a16="http://schemas.microsoft.com/office/drawing/2014/main" id="{45559EF9-BDE5-EDD7-89ED-EC0664FDCEC7}"/>
              </a:ext>
            </a:extLst>
          </p:cNvPr>
          <p:cNvCxnSpPr>
            <a:cxnSpLocks/>
          </p:cNvCxnSpPr>
          <p:nvPr/>
        </p:nvCxnSpPr>
        <p:spPr>
          <a:xfrm>
            <a:off x="-8188348" y="2273494"/>
            <a:ext cx="0" cy="3580129"/>
          </a:xfrm>
          <a:prstGeom prst="line">
            <a:avLst/>
          </a:prstGeom>
          <a:ln w="28575">
            <a:gradFill flip="none" rotWithShape="1">
              <a:gsLst>
                <a:gs pos="36000">
                  <a:srgbClr val="4F4F4F">
                    <a:alpha val="17168"/>
                  </a:srgbClr>
                </a:gs>
                <a:gs pos="100000">
                  <a:srgbClr val="4F4F4F"/>
                </a:gs>
              </a:gsLst>
              <a:lin ang="1620000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8" name="Elemento grafico 37">
            <a:extLst>
              <a:ext uri="{FF2B5EF4-FFF2-40B4-BE49-F238E27FC236}">
                <a16:creationId xmlns:a16="http://schemas.microsoft.com/office/drawing/2014/main" id="{88520A92-E75D-EE70-CB0F-E8E2E261F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958" y="3063874"/>
            <a:ext cx="2520000" cy="756000"/>
          </a:xfrm>
          <a:prstGeom prst="rect">
            <a:avLst/>
          </a:prstGeom>
        </p:spPr>
      </p:pic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7C685CAA-FAE5-F1EF-402D-0DEE3B854FCD}"/>
              </a:ext>
            </a:extLst>
          </p:cNvPr>
          <p:cNvSpPr txBox="1"/>
          <p:nvPr/>
        </p:nvSpPr>
        <p:spPr>
          <a:xfrm>
            <a:off x="3396522" y="3035912"/>
            <a:ext cx="4986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/>
              <a:t>+</a:t>
            </a:r>
          </a:p>
        </p:txBody>
      </p:sp>
      <p:pic>
        <p:nvPicPr>
          <p:cNvPr id="40" name="Elemento grafico 39">
            <a:extLst>
              <a:ext uri="{FF2B5EF4-FFF2-40B4-BE49-F238E27FC236}">
                <a16:creationId xmlns:a16="http://schemas.microsoft.com/office/drawing/2014/main" id="{0C38C309-BB68-3BD6-54BA-19E7E92647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8400" y="3063874"/>
            <a:ext cx="3595200" cy="756000"/>
          </a:xfrm>
          <a:prstGeom prst="rect">
            <a:avLst/>
          </a:prstGeom>
        </p:spPr>
      </p:pic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33CAEAC3-789A-3292-C95E-FB703BC591D6}"/>
              </a:ext>
            </a:extLst>
          </p:cNvPr>
          <p:cNvSpPr txBox="1"/>
          <p:nvPr/>
        </p:nvSpPr>
        <p:spPr>
          <a:xfrm>
            <a:off x="-5025739" y="3004026"/>
            <a:ext cx="3626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Analizza</a:t>
            </a:r>
            <a:r>
              <a:rPr lang="en-US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 </a:t>
            </a:r>
            <a:r>
              <a:rPr lang="en-US" err="1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tramite</a:t>
            </a:r>
            <a:r>
              <a:rPr lang="en-US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 AI </a:t>
            </a:r>
            <a:r>
              <a:rPr lang="en-US" err="1">
                <a:latin typeface="Graphik Light" panose="020B0403030202060203" pitchFamily="34" charset="77"/>
                <a:cs typeface="Arial"/>
              </a:rPr>
              <a:t>aree</a:t>
            </a:r>
            <a:r>
              <a:rPr lang="en-US">
                <a:latin typeface="Graphik Light" panose="020B0403030202060203" pitchFamily="34" charset="77"/>
                <a:cs typeface="Arial"/>
              </a:rPr>
              <a:t> </a:t>
            </a:r>
            <a:r>
              <a:rPr lang="en-US" err="1">
                <a:latin typeface="Graphik Light" panose="020B0403030202060203" pitchFamily="34" charset="77"/>
                <a:cs typeface="Arial"/>
              </a:rPr>
              <a:t>critiche</a:t>
            </a:r>
            <a:r>
              <a:rPr lang="en-US">
                <a:latin typeface="Graphik Light" panose="020B0403030202060203" pitchFamily="34" charset="77"/>
                <a:cs typeface="Arial"/>
              </a:rPr>
              <a:t> e </a:t>
            </a:r>
            <a:r>
              <a:rPr lang="en-US" err="1">
                <a:latin typeface="Graphik Light" panose="020B0403030202060203" pitchFamily="34" charset="77"/>
                <a:cs typeface="Arial"/>
              </a:rPr>
              <a:t>l'identifica</a:t>
            </a:r>
            <a:r>
              <a:rPr lang="en-US">
                <a:latin typeface="Graphik Light" panose="020B0403030202060203" pitchFamily="34" charset="77"/>
                <a:cs typeface="Arial"/>
              </a:rPr>
              <a:t> </a:t>
            </a:r>
            <a:r>
              <a:rPr lang="en-US" err="1">
                <a:latin typeface="Graphik Light" panose="020B0403030202060203" pitchFamily="34" charset="77"/>
                <a:cs typeface="Arial"/>
              </a:rPr>
              <a:t>azioni</a:t>
            </a:r>
            <a:r>
              <a:rPr lang="en-US">
                <a:latin typeface="Graphik Light" panose="020B0403030202060203" pitchFamily="34" charset="77"/>
                <a:cs typeface="Arial"/>
              </a:rPr>
              <a:t> </a:t>
            </a:r>
            <a:r>
              <a:rPr lang="en-US" err="1">
                <a:latin typeface="Graphik Light" panose="020B0403030202060203" pitchFamily="34" charset="77"/>
                <a:cs typeface="Arial"/>
              </a:rPr>
              <a:t>correttive</a:t>
            </a:r>
            <a:r>
              <a:rPr lang="en-US">
                <a:latin typeface="Graphik Light" panose="020B0403030202060203" pitchFamily="34" charset="77"/>
                <a:cs typeface="Arial"/>
              </a:rPr>
              <a:t>.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CF1FB9C-313E-A6EB-FFDD-14C8433F469B}"/>
              </a:ext>
            </a:extLst>
          </p:cNvPr>
          <p:cNvSpPr txBox="1"/>
          <p:nvPr/>
        </p:nvSpPr>
        <p:spPr>
          <a:xfrm>
            <a:off x="-6033256" y="3780013"/>
            <a:ext cx="3875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err="1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Compila</a:t>
            </a:r>
            <a:r>
              <a:rPr lang="en-US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 </a:t>
            </a:r>
            <a:r>
              <a:rPr lang="en-US" err="1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automaticament</a:t>
            </a:r>
            <a:r>
              <a:rPr lang="en-US" err="1">
                <a:latin typeface="Graphik Light" panose="020B0403030202060203" pitchFamily="34" charset="77"/>
                <a:cs typeface="Arial"/>
              </a:rPr>
              <a:t>e</a:t>
            </a:r>
            <a:r>
              <a:rPr lang="en-US">
                <a:latin typeface="Graphik Light" panose="020B0403030202060203" pitchFamily="34" charset="77"/>
                <a:cs typeface="Arial"/>
              </a:rPr>
              <a:t> la </a:t>
            </a:r>
            <a:r>
              <a:rPr lang="en-US" err="1">
                <a:latin typeface="Graphik Light" panose="020B0403030202060203" pitchFamily="34" charset="77"/>
                <a:cs typeface="Arial"/>
              </a:rPr>
              <a:t>dichiarazione</a:t>
            </a:r>
            <a:r>
              <a:rPr lang="en-US">
                <a:latin typeface="Graphik Light" panose="020B0403030202060203" pitchFamily="34" charset="77"/>
                <a:cs typeface="Arial"/>
              </a:rPr>
              <a:t> di </a:t>
            </a:r>
            <a:r>
              <a:rPr lang="en-US" err="1">
                <a:latin typeface="Graphik Light" panose="020B0403030202060203" pitchFamily="34" charset="77"/>
                <a:cs typeface="Arial"/>
              </a:rPr>
              <a:t>accessibilità</a:t>
            </a:r>
            <a:r>
              <a:rPr lang="en-US">
                <a:latin typeface="Graphik Light" panose="020B0403030202060203" pitchFamily="34" charset="77"/>
                <a:cs typeface="Arial"/>
              </a:rPr>
              <a:t> </a:t>
            </a:r>
            <a:r>
              <a:rPr lang="en-US" err="1">
                <a:gradFill flip="none" rotWithShape="1">
                  <a:gsLst>
                    <a:gs pos="13000">
                      <a:srgbClr val="533683"/>
                    </a:gs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AgID</a:t>
            </a:r>
            <a:r>
              <a:rPr lang="en-US">
                <a:gradFill flip="none" rotWithShape="1">
                  <a:gsLst>
                    <a:gs pos="13000">
                      <a:srgbClr val="533683"/>
                    </a:gs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.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4055DBC1-D524-4210-170D-52C0ED55175F}"/>
              </a:ext>
            </a:extLst>
          </p:cNvPr>
          <p:cNvSpPr txBox="1"/>
          <p:nvPr/>
        </p:nvSpPr>
        <p:spPr>
          <a:xfrm>
            <a:off x="-6963406" y="4556000"/>
            <a:ext cx="3875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noProof="1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Diagnosi veloci </a:t>
            </a:r>
            <a:r>
              <a:rPr lang="en-US" noProof="1">
                <a:latin typeface="Graphik Light" panose="020B0403030202060203" pitchFamily="34" charset="77"/>
              </a:rPr>
              <a:t>e confrontabili nel tempo.</a:t>
            </a:r>
            <a:endParaRPr lang="en-US" b="1" noProof="1">
              <a:latin typeface="Graphik Light" panose="020B0403030202060203" pitchFamily="34" charset="77"/>
              <a:cs typeface="Arial"/>
            </a:endParaRP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F0679880-383E-5716-DAA3-479AB284FD99}"/>
              </a:ext>
            </a:extLst>
          </p:cNvPr>
          <p:cNvSpPr txBox="1"/>
          <p:nvPr/>
        </p:nvSpPr>
        <p:spPr>
          <a:xfrm>
            <a:off x="-8038758" y="5331988"/>
            <a:ext cx="3875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3851">
              <a:defRPr/>
            </a:pPr>
            <a:r>
              <a:rPr lang="en-US" noProof="1">
                <a:latin typeface="Graphik Light" panose="020B0403030202060203" pitchFamily="34" charset="77"/>
                <a:cs typeface="Arial" charset="0"/>
              </a:rPr>
              <a:t>Utilizzabile da </a:t>
            </a:r>
            <a:r>
              <a:rPr lang="en-US" noProof="1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utenti non esperti in temi di accessibilità.</a:t>
            </a:r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E4EF5321-2CEC-F66F-C490-9D7033A232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029624">
            <a:off x="18293388" y="548873"/>
            <a:ext cx="6054457" cy="6054457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B84AA7A0-B6A3-2C28-8032-9C10A7694AEA}"/>
              </a:ext>
            </a:extLst>
          </p:cNvPr>
          <p:cNvSpPr/>
          <p:nvPr/>
        </p:nvSpPr>
        <p:spPr>
          <a:xfrm>
            <a:off x="13133301" y="2457250"/>
            <a:ext cx="6210232" cy="361406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computer, computer, schermata, Dispositivo elettronico&#10;&#10;Il contenuto generato dall'IA potrebbe non essere corretto.">
            <a:extLst>
              <a:ext uri="{FF2B5EF4-FFF2-40B4-BE49-F238E27FC236}">
                <a16:creationId xmlns:a16="http://schemas.microsoft.com/office/drawing/2014/main" id="{72F0775C-133D-0E0A-05D4-181A34896ACA}"/>
              </a:ext>
            </a:extLst>
          </p:cNvPr>
          <p:cNvPicPr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63"/>
          <a:stretch>
            <a:fillRect/>
          </a:stretch>
        </p:blipFill>
        <p:spPr>
          <a:xfrm>
            <a:off x="12410613" y="2273494"/>
            <a:ext cx="7746592" cy="3923300"/>
          </a:xfrm>
          <a:prstGeom prst="rect">
            <a:avLst/>
          </a:prstGeom>
          <a:effectLst>
            <a:outerShdw blurRad="373032" dir="16260000" algn="br" rotWithShape="0">
              <a:prstClr val="black">
                <a:alpha val="14415"/>
              </a:prstClr>
            </a:outerShdw>
          </a:effectLst>
        </p:spPr>
      </p:pic>
      <p:pic>
        <p:nvPicPr>
          <p:cNvPr id="5" name="Immagine 4" descr="Immagine che contiene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2561F40D-ECEF-0066-6C18-9957401549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2993" y="2502564"/>
            <a:ext cx="6558146" cy="336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2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043E2-2F3C-A5C6-D887-E650FFE4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EEBF6D66-63B1-C046-764B-760392F49B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029624">
            <a:off x="5619856" y="548873"/>
            <a:ext cx="6054457" cy="6054457"/>
          </a:xfrm>
          <a:prstGeom prst="rect">
            <a:avLst/>
          </a:prstGeom>
        </p:spPr>
      </p:pic>
      <p:sp>
        <p:nvSpPr>
          <p:cNvPr id="10" name="Segnaposto testo 63">
            <a:extLst>
              <a:ext uri="{FF2B5EF4-FFF2-40B4-BE49-F238E27FC236}">
                <a16:creationId xmlns:a16="http://schemas.microsoft.com/office/drawing/2014/main" id="{361CA4B7-0965-ACF4-2EB8-5F4DA954D4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GenAI accessibility suite</a:t>
            </a:r>
          </a:p>
        </p:txBody>
      </p:sp>
      <p:sp>
        <p:nvSpPr>
          <p:cNvPr id="11" name="Segnaposto testo 65">
            <a:extLst>
              <a:ext uri="{FF2B5EF4-FFF2-40B4-BE49-F238E27FC236}">
                <a16:creationId xmlns:a16="http://schemas.microsoft.com/office/drawing/2014/main" id="{A9180579-F54B-BF82-E86B-D07B56EB1C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6531912A-DC9D-CF3E-B9E8-D0D3FDD1D5A5}"/>
              </a:ext>
            </a:extLst>
          </p:cNvPr>
          <p:cNvSpPr/>
          <p:nvPr/>
        </p:nvSpPr>
        <p:spPr>
          <a:xfrm>
            <a:off x="6046701" y="2457250"/>
            <a:ext cx="6210232" cy="361406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magine 13" descr="Immagine che contiene computer, computer, schermata, Dispositivo elettronico&#10;&#10;Il contenuto generato dall'IA potrebbe non essere corretto.">
            <a:extLst>
              <a:ext uri="{FF2B5EF4-FFF2-40B4-BE49-F238E27FC236}">
                <a16:creationId xmlns:a16="http://schemas.microsoft.com/office/drawing/2014/main" id="{68455CB1-DEFC-19C5-62DD-6B5F10317493}"/>
              </a:ext>
            </a:extLst>
          </p:cNvPr>
          <p:cNvPicPr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63"/>
          <a:stretch>
            <a:fillRect/>
          </a:stretch>
        </p:blipFill>
        <p:spPr>
          <a:xfrm>
            <a:off x="5324013" y="2273494"/>
            <a:ext cx="7746592" cy="3923300"/>
          </a:xfrm>
          <a:prstGeom prst="rect">
            <a:avLst/>
          </a:prstGeom>
          <a:effectLst>
            <a:outerShdw blurRad="373032" dir="16260000" algn="br" rotWithShape="0">
              <a:prstClr val="black">
                <a:alpha val="14415"/>
              </a:prstClr>
            </a:outerShdw>
          </a:effectLst>
        </p:spPr>
      </p:pic>
      <p:pic>
        <p:nvPicPr>
          <p:cNvPr id="2" name="Immagine 1" descr="Immagine rappresentativa del tool AIDA viene mostrata la pagina di progetti salvati.">
            <a:extLst>
              <a:ext uri="{FF2B5EF4-FFF2-40B4-BE49-F238E27FC236}">
                <a16:creationId xmlns:a16="http://schemas.microsoft.com/office/drawing/2014/main" id="{35FAF8CF-0436-6EE8-81BB-6CF34150CDB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2608" y="-4690487"/>
            <a:ext cx="6074325" cy="3334154"/>
          </a:xfrm>
          <a:prstGeom prst="rect">
            <a:avLst/>
          </a:prstGeom>
          <a:ln>
            <a:noFill/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7DBBBAE0-C579-C01D-E3E2-C9B98C4D729A}"/>
              </a:ext>
            </a:extLst>
          </p:cNvPr>
          <p:cNvSpPr txBox="1"/>
          <p:nvPr/>
        </p:nvSpPr>
        <p:spPr>
          <a:xfrm>
            <a:off x="1355825" y="1338084"/>
            <a:ext cx="498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4F4F4F"/>
                </a:solidFill>
              </a:rPr>
              <a:t>+</a:t>
            </a: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D83EA01D-ECCE-9EED-89E9-16787B774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66735" y="1366046"/>
            <a:ext cx="1369600" cy="288000"/>
          </a:xfrm>
          <a:prstGeom prst="rect">
            <a:avLst/>
          </a:prstGeom>
        </p:spPr>
      </p:pic>
      <p:cxnSp>
        <p:nvCxnSpPr>
          <p:cNvPr id="23" name="Connettore dritto 22">
            <a:extLst>
              <a:ext uri="{FF2B5EF4-FFF2-40B4-BE49-F238E27FC236}">
                <a16:creationId xmlns:a16="http://schemas.microsoft.com/office/drawing/2014/main" id="{B8DF901F-CBF2-441F-7F38-9D32839608F6}"/>
              </a:ext>
            </a:extLst>
          </p:cNvPr>
          <p:cNvCxnSpPr>
            <a:cxnSpLocks/>
          </p:cNvCxnSpPr>
          <p:nvPr/>
        </p:nvCxnSpPr>
        <p:spPr>
          <a:xfrm>
            <a:off x="464958" y="2273494"/>
            <a:ext cx="0" cy="3580129"/>
          </a:xfrm>
          <a:prstGeom prst="line">
            <a:avLst/>
          </a:prstGeom>
          <a:ln w="28575">
            <a:gradFill flip="none" rotWithShape="1">
              <a:gsLst>
                <a:gs pos="36000">
                  <a:srgbClr val="4F4F4F">
                    <a:alpha val="17168"/>
                  </a:srgbClr>
                </a:gs>
                <a:gs pos="100000">
                  <a:srgbClr val="4F4F4F"/>
                </a:gs>
              </a:gsLst>
              <a:lin ang="1620000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F40060D6-8A42-4D59-89FA-FAC6805E18C3}"/>
              </a:ext>
            </a:extLst>
          </p:cNvPr>
          <p:cNvSpPr txBox="1"/>
          <p:nvPr/>
        </p:nvSpPr>
        <p:spPr>
          <a:xfrm>
            <a:off x="597365" y="2228039"/>
            <a:ext cx="418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Accelerates the detection </a:t>
            </a:r>
            <a:r>
              <a:rPr lang="en-US" sz="1800">
                <a:latin typeface="Graphik Light" panose="020B0403030202060203" pitchFamily="34" charset="77"/>
                <a:cs typeface="Arial"/>
              </a:rPr>
              <a:t>and resolution of accessibility issues. 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38376DB-0E4F-712B-A099-C8436CDDAE84}"/>
              </a:ext>
            </a:extLst>
          </p:cNvPr>
          <p:cNvSpPr txBox="1"/>
          <p:nvPr/>
        </p:nvSpPr>
        <p:spPr>
          <a:xfrm>
            <a:off x="597364" y="3004026"/>
            <a:ext cx="4007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Uses AI to identify </a:t>
            </a:r>
            <a:r>
              <a:rPr lang="en-US">
                <a:latin typeface="Graphik Light" panose="020B0403030202060203" pitchFamily="34" charset="77"/>
                <a:cs typeface="Arial"/>
              </a:rPr>
              <a:t>critical areas and recommend corrective actions.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6895A1AD-4545-0B33-DC3C-5D8771BF35EE}"/>
              </a:ext>
            </a:extLst>
          </p:cNvPr>
          <p:cNvSpPr txBox="1"/>
          <p:nvPr/>
        </p:nvSpPr>
        <p:spPr>
          <a:xfrm>
            <a:off x="597364" y="3780013"/>
            <a:ext cx="3875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Automatically generates </a:t>
            </a:r>
            <a:r>
              <a:rPr lang="en-US">
                <a:latin typeface="Graphik Light" panose="020B0403030202060203" pitchFamily="34" charset="77"/>
                <a:cs typeface="Arial"/>
              </a:rPr>
              <a:t>the </a:t>
            </a:r>
            <a:r>
              <a:rPr lang="en-US" err="1">
                <a:gradFill flip="none" rotWithShape="1">
                  <a:gsLst>
                    <a:gs pos="13000">
                      <a:srgbClr val="533683"/>
                    </a:gs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AgID</a:t>
            </a:r>
            <a:r>
              <a:rPr lang="en-US">
                <a:latin typeface="Graphik Light" panose="020B0403030202060203" pitchFamily="34" charset="77"/>
                <a:cs typeface="Arial"/>
              </a:rPr>
              <a:t> accessibility statement.</a:t>
            </a:r>
            <a:endParaRPr lang="en-US">
              <a:gradFill flip="none" rotWithShape="1">
                <a:gsLst>
                  <a:gs pos="13000">
                    <a:srgbClr val="533683"/>
                  </a:gs>
                  <a:gs pos="0">
                    <a:srgbClr val="5A0FD4"/>
                  </a:gs>
                  <a:gs pos="100000">
                    <a:srgbClr val="4F4F4F"/>
                  </a:gs>
                </a:gsLst>
                <a:lin ang="10800000" scaled="1"/>
                <a:tileRect/>
              </a:gradFill>
              <a:latin typeface="Graphik Medium" panose="020B0503030202060203" pitchFamily="34" charset="77"/>
              <a:cs typeface="Arial"/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27503809-D75C-1D90-3A8A-FF3DCAB8EC85}"/>
              </a:ext>
            </a:extLst>
          </p:cNvPr>
          <p:cNvSpPr txBox="1"/>
          <p:nvPr/>
        </p:nvSpPr>
        <p:spPr>
          <a:xfrm>
            <a:off x="581036" y="4556000"/>
            <a:ext cx="3875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noProof="1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Fast diagnostics, </a:t>
            </a:r>
            <a:r>
              <a:rPr lang="en-US" noProof="1">
                <a:latin typeface="Graphik Light" panose="020B0403030202060203" pitchFamily="34" charset="77"/>
              </a:rPr>
              <a:t>comparable over time.</a:t>
            </a:r>
            <a:endParaRPr lang="en-US" b="1" noProof="1">
              <a:latin typeface="Graphik Light" panose="020B0403030202060203" pitchFamily="34" charset="77"/>
              <a:cs typeface="Arial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776A17F8-45D6-23C1-9A04-9D36614DB989}"/>
              </a:ext>
            </a:extLst>
          </p:cNvPr>
          <p:cNvSpPr txBox="1"/>
          <p:nvPr/>
        </p:nvSpPr>
        <p:spPr>
          <a:xfrm>
            <a:off x="564707" y="5331988"/>
            <a:ext cx="3875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3851">
              <a:defRPr/>
            </a:pPr>
            <a:r>
              <a:rPr lang="en-US" noProof="1">
                <a:latin typeface="Graphik Light" panose="020B0403030202060203" pitchFamily="34" charset="77"/>
                <a:cs typeface="Arial" charset="0"/>
              </a:rPr>
              <a:t>Enables organization-wide adoption </a:t>
            </a:r>
            <a:r>
              <a:rPr lang="en-US" noProof="1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beyond specialist team.</a:t>
            </a:r>
          </a:p>
        </p:txBody>
      </p:sp>
      <p:pic>
        <p:nvPicPr>
          <p:cNvPr id="31" name="Elemento grafico 30">
            <a:extLst>
              <a:ext uri="{FF2B5EF4-FFF2-40B4-BE49-F238E27FC236}">
                <a16:creationId xmlns:a16="http://schemas.microsoft.com/office/drawing/2014/main" id="{E3A4A802-19A6-6D2A-482D-F46B46C6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958" y="1366046"/>
            <a:ext cx="972000" cy="291600"/>
          </a:xfrm>
          <a:prstGeom prst="rect">
            <a:avLst/>
          </a:prstGeom>
        </p:spPr>
      </p:pic>
      <p:pic>
        <p:nvPicPr>
          <p:cNvPr id="5" name="Immagine 4" descr="Immagine che contiene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11EC210E-7D16-409A-35DA-49C059D47C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393" y="2502564"/>
            <a:ext cx="6558146" cy="336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46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F9B30-88D7-AD0D-AA66-DEDB385C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5B2E3310-E659-E708-5011-BE8E1C4EE3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029624">
            <a:off x="5619856" y="548873"/>
            <a:ext cx="6054457" cy="6054457"/>
          </a:xfrm>
          <a:prstGeom prst="rect">
            <a:avLst/>
          </a:prstGeom>
        </p:spPr>
      </p:pic>
      <p:sp>
        <p:nvSpPr>
          <p:cNvPr id="10" name="Segnaposto testo 63">
            <a:extLst>
              <a:ext uri="{FF2B5EF4-FFF2-40B4-BE49-F238E27FC236}">
                <a16:creationId xmlns:a16="http://schemas.microsoft.com/office/drawing/2014/main" id="{A2186C3B-D290-DFC4-5329-AA34323057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GenAI accessibility suite</a:t>
            </a:r>
          </a:p>
        </p:txBody>
      </p:sp>
      <p:sp>
        <p:nvSpPr>
          <p:cNvPr id="11" name="Segnaposto testo 65">
            <a:extLst>
              <a:ext uri="{FF2B5EF4-FFF2-40B4-BE49-F238E27FC236}">
                <a16:creationId xmlns:a16="http://schemas.microsoft.com/office/drawing/2014/main" id="{B297F5B6-D118-1496-73F3-1DB3BAECAB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</a:t>
            </a:r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8866940B-55E8-AB66-CFF6-7C017B5A578B}"/>
              </a:ext>
            </a:extLst>
          </p:cNvPr>
          <p:cNvGrpSpPr/>
          <p:nvPr/>
        </p:nvGrpSpPr>
        <p:grpSpPr>
          <a:xfrm>
            <a:off x="5324014" y="2273494"/>
            <a:ext cx="7746593" cy="3923300"/>
            <a:chOff x="5037024" y="546886"/>
            <a:chExt cx="7558583" cy="3828082"/>
          </a:xfrm>
        </p:grpSpPr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9AC9701D-4146-E94E-8DBB-A3CC1BB7BB89}"/>
                </a:ext>
              </a:extLst>
            </p:cNvPr>
            <p:cNvSpPr/>
            <p:nvPr/>
          </p:nvSpPr>
          <p:spPr>
            <a:xfrm>
              <a:off x="5742172" y="726182"/>
              <a:ext cx="6059510" cy="3526353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Immagine 13" descr="Immagine che contiene computer, computer, schermat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61814D02-F9AA-548E-6278-7673E9F9E60D}"/>
                </a:ext>
              </a:extLst>
            </p:cNvPr>
            <p:cNvPicPr>
              <a:picLocks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063"/>
            <a:stretch>
              <a:fillRect/>
            </a:stretch>
          </p:blipFill>
          <p:spPr>
            <a:xfrm>
              <a:off x="5037024" y="546886"/>
              <a:ext cx="7558583" cy="3828082"/>
            </a:xfrm>
            <a:prstGeom prst="rect">
              <a:avLst/>
            </a:prstGeom>
            <a:effectLst>
              <a:outerShdw blurRad="373032" dir="16260000" algn="br" rotWithShape="0">
                <a:prstClr val="black">
                  <a:alpha val="14415"/>
                </a:prstClr>
              </a:outerShdw>
            </a:effectLst>
          </p:spPr>
        </p:pic>
      </p:grpSp>
      <p:pic>
        <p:nvPicPr>
          <p:cNvPr id="5" name="analisi-piemonte">
            <a:hlinkClick r:id="" action="ppaction://media"/>
            <a:extLst>
              <a:ext uri="{FF2B5EF4-FFF2-40B4-BE49-F238E27FC236}">
                <a16:creationId xmlns:a16="http://schemas.microsoft.com/office/drawing/2014/main" id="{3298C607-F4F8-3CBE-0389-E3187B51101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257" t="798" r="8996"/>
          <a:stretch>
            <a:fillRect/>
          </a:stretch>
        </p:blipFill>
        <p:spPr>
          <a:xfrm>
            <a:off x="6096000" y="-4015796"/>
            <a:ext cx="6078748" cy="3361516"/>
          </a:xfrm>
          <a:prstGeom prst="rect">
            <a:avLst/>
          </a:prstGeom>
        </p:spPr>
      </p:pic>
      <p:pic>
        <p:nvPicPr>
          <p:cNvPr id="7" name="Immagine 6" descr="Immagine rappresentativa del tool AIDA viene mostrata la pagina di progetti salvati.">
            <a:extLst>
              <a:ext uri="{FF2B5EF4-FFF2-40B4-BE49-F238E27FC236}">
                <a16:creationId xmlns:a16="http://schemas.microsoft.com/office/drawing/2014/main" id="{069768AD-3986-EEB2-A17C-4A8DC7896FB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46702" y="-4015796"/>
            <a:ext cx="841232" cy="3334153"/>
          </a:xfrm>
          <a:prstGeom prst="rect">
            <a:avLst/>
          </a:prstGeom>
          <a:ln>
            <a:noFill/>
          </a:ln>
        </p:spPr>
      </p:pic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DB2402FA-9E40-4B22-7B64-4F5E89F89D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958" y="1366046"/>
            <a:ext cx="972000" cy="291600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BEDEA31-A40C-2F21-1EEA-01CB0BAC5CBC}"/>
              </a:ext>
            </a:extLst>
          </p:cNvPr>
          <p:cNvSpPr txBox="1"/>
          <p:nvPr/>
        </p:nvSpPr>
        <p:spPr>
          <a:xfrm>
            <a:off x="1355825" y="1338084"/>
            <a:ext cx="498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4F4F4F"/>
                </a:solidFill>
              </a:rPr>
              <a:t>+</a:t>
            </a:r>
          </a:p>
        </p:txBody>
      </p:sp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30A3729A-1A0C-D412-EC4C-B472C1A88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66735" y="1366046"/>
            <a:ext cx="1369600" cy="288000"/>
          </a:xfrm>
          <a:prstGeom prst="rect">
            <a:avLst/>
          </a:prstGeom>
        </p:spPr>
      </p:pic>
      <p:cxnSp>
        <p:nvCxnSpPr>
          <p:cNvPr id="2" name="Connettore dritto 1">
            <a:extLst>
              <a:ext uri="{FF2B5EF4-FFF2-40B4-BE49-F238E27FC236}">
                <a16:creationId xmlns:a16="http://schemas.microsoft.com/office/drawing/2014/main" id="{2548FA1F-92F2-4CDD-0084-3C54697E159E}"/>
              </a:ext>
            </a:extLst>
          </p:cNvPr>
          <p:cNvCxnSpPr>
            <a:cxnSpLocks/>
          </p:cNvCxnSpPr>
          <p:nvPr/>
        </p:nvCxnSpPr>
        <p:spPr>
          <a:xfrm>
            <a:off x="464958" y="2273494"/>
            <a:ext cx="0" cy="3580129"/>
          </a:xfrm>
          <a:prstGeom prst="line">
            <a:avLst/>
          </a:prstGeom>
          <a:ln w="28575">
            <a:gradFill flip="none" rotWithShape="1">
              <a:gsLst>
                <a:gs pos="36000">
                  <a:srgbClr val="4F4F4F">
                    <a:alpha val="17168"/>
                  </a:srgbClr>
                </a:gs>
                <a:gs pos="100000">
                  <a:srgbClr val="4F4F4F"/>
                </a:gs>
              </a:gsLst>
              <a:lin ang="1620000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D9D4468-5D7F-D564-60CE-BEB4173E92FE}"/>
              </a:ext>
            </a:extLst>
          </p:cNvPr>
          <p:cNvSpPr txBox="1"/>
          <p:nvPr/>
        </p:nvSpPr>
        <p:spPr>
          <a:xfrm>
            <a:off x="597365" y="2228039"/>
            <a:ext cx="418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Accelerates the detection </a:t>
            </a:r>
            <a:r>
              <a:rPr lang="en-US" sz="1800">
                <a:latin typeface="Graphik Light" panose="020B0403030202060203" pitchFamily="34" charset="77"/>
                <a:cs typeface="Arial"/>
              </a:rPr>
              <a:t>and resolution of accessibility issues.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FAE075A-6ACF-F005-9E70-CFF13608E0B6}"/>
              </a:ext>
            </a:extLst>
          </p:cNvPr>
          <p:cNvSpPr txBox="1"/>
          <p:nvPr/>
        </p:nvSpPr>
        <p:spPr>
          <a:xfrm>
            <a:off x="597364" y="3004026"/>
            <a:ext cx="4007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Uses AI to identify </a:t>
            </a:r>
            <a:r>
              <a:rPr lang="en-US">
                <a:latin typeface="Graphik Light" panose="020B0403030202060203" pitchFamily="34" charset="77"/>
                <a:cs typeface="Arial"/>
              </a:rPr>
              <a:t>critical areas and recommend corrective actions.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BDB1A24-3C45-DC32-9978-B9EE0F677BF6}"/>
              </a:ext>
            </a:extLst>
          </p:cNvPr>
          <p:cNvSpPr txBox="1"/>
          <p:nvPr/>
        </p:nvSpPr>
        <p:spPr>
          <a:xfrm>
            <a:off x="597364" y="3780013"/>
            <a:ext cx="418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dirty="0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Automatically generates </a:t>
            </a:r>
            <a:r>
              <a:rPr lang="en-US" dirty="0">
                <a:latin typeface="Graphik Light" panose="020B0403030202060203" pitchFamily="34" charset="77"/>
                <a:cs typeface="Arial"/>
              </a:rPr>
              <a:t>compliance accessibility statements*.</a:t>
            </a:r>
            <a:endParaRPr lang="en-US" dirty="0">
              <a:gradFill flip="none" rotWithShape="1">
                <a:gsLst>
                  <a:gs pos="13000">
                    <a:srgbClr val="533683"/>
                  </a:gs>
                  <a:gs pos="0">
                    <a:srgbClr val="5A0FD4"/>
                  </a:gs>
                  <a:gs pos="100000">
                    <a:srgbClr val="4F4F4F"/>
                  </a:gs>
                </a:gsLst>
                <a:lin ang="10800000" scaled="1"/>
                <a:tileRect/>
              </a:gradFill>
              <a:latin typeface="Graphik Medium" panose="020B0503030202060203" pitchFamily="34" charset="77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7EB9ACC-6401-4976-466C-8A0FA7565C04}"/>
              </a:ext>
            </a:extLst>
          </p:cNvPr>
          <p:cNvSpPr txBox="1"/>
          <p:nvPr/>
        </p:nvSpPr>
        <p:spPr>
          <a:xfrm>
            <a:off x="597363" y="4694500"/>
            <a:ext cx="3875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noProof="1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Fast diagnostics, </a:t>
            </a:r>
            <a:r>
              <a:rPr lang="en-US" noProof="1">
                <a:latin typeface="Graphik Light" panose="020B0403030202060203" pitchFamily="34" charset="77"/>
              </a:rPr>
              <a:t>comparable over time.</a:t>
            </a:r>
            <a:endParaRPr lang="en-US" b="1" noProof="1">
              <a:latin typeface="Graphik Light" panose="020B0403030202060203" pitchFamily="34" charset="77"/>
              <a:cs typeface="Arial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DE5AE39-F09F-D24B-9B76-D78EEBC90E22}"/>
              </a:ext>
            </a:extLst>
          </p:cNvPr>
          <p:cNvSpPr txBox="1"/>
          <p:nvPr/>
        </p:nvSpPr>
        <p:spPr>
          <a:xfrm>
            <a:off x="564707" y="5331988"/>
            <a:ext cx="3875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3851">
              <a:defRPr/>
            </a:pPr>
            <a:r>
              <a:rPr lang="en-US" noProof="1">
                <a:latin typeface="Graphik Light" panose="020B0403030202060203" pitchFamily="34" charset="77"/>
                <a:cs typeface="Arial" charset="0"/>
              </a:rPr>
              <a:t>Enables organization-wide adoption </a:t>
            </a:r>
            <a:r>
              <a:rPr lang="en-US" noProof="1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beyond specialist team.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AAEA624-0442-6B68-D458-527263EC8EB0}"/>
              </a:ext>
            </a:extLst>
          </p:cNvPr>
          <p:cNvSpPr txBox="1"/>
          <p:nvPr/>
        </p:nvSpPr>
        <p:spPr>
          <a:xfrm>
            <a:off x="564707" y="6548712"/>
            <a:ext cx="418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1200" dirty="0">
                <a:latin typeface="Graphik Light" panose="020B0403030202060203" pitchFamily="34" charset="77"/>
                <a:cs typeface="Arial"/>
              </a:rPr>
              <a:t>*where required by laws.</a:t>
            </a:r>
            <a:endParaRPr lang="en-US" sz="1200" dirty="0">
              <a:gradFill flip="none" rotWithShape="1">
                <a:gsLst>
                  <a:gs pos="13000">
                    <a:srgbClr val="533683"/>
                  </a:gs>
                  <a:gs pos="0">
                    <a:srgbClr val="5A0FD4"/>
                  </a:gs>
                  <a:gs pos="100000">
                    <a:srgbClr val="4F4F4F"/>
                  </a:gs>
                </a:gsLst>
                <a:lin ang="10800000" scaled="1"/>
                <a:tileRect/>
              </a:gradFill>
              <a:latin typeface="Graphik Medium" panose="020B0503030202060203" pitchFamily="34" charset="77"/>
              <a:cs typeface="Arial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E8CEDCB8-AC17-1B80-3041-C144279AC8D1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3799" y="2534926"/>
            <a:ext cx="6058932" cy="310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5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82B01-4780-8E23-3DD8-80554086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Elemento grafico 19">
            <a:extLst>
              <a:ext uri="{FF2B5EF4-FFF2-40B4-BE49-F238E27FC236}">
                <a16:creationId xmlns:a16="http://schemas.microsoft.com/office/drawing/2014/main" id="{57CB484E-84FE-7D6D-9CF3-88304FED1A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580207">
            <a:off x="-11129475" y="1359083"/>
            <a:ext cx="6025198" cy="6025198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F00629C1-EAA4-05FD-3D9C-403DAE224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0154" y="3124794"/>
            <a:ext cx="2275739" cy="695079"/>
          </a:xfrm>
          <a:prstGeom prst="rect">
            <a:avLst/>
          </a:prstGeom>
        </p:spPr>
      </p:pic>
      <p:sp>
        <p:nvSpPr>
          <p:cNvPr id="10" name="Segnaposto testo 63">
            <a:extLst>
              <a:ext uri="{FF2B5EF4-FFF2-40B4-BE49-F238E27FC236}">
                <a16:creationId xmlns:a16="http://schemas.microsoft.com/office/drawing/2014/main" id="{BCC3039C-4145-C7B1-A669-E2112C9B9B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GenAI accessibility suite</a:t>
            </a:r>
          </a:p>
        </p:txBody>
      </p:sp>
      <p:sp>
        <p:nvSpPr>
          <p:cNvPr id="11" name="Segnaposto testo 65">
            <a:extLst>
              <a:ext uri="{FF2B5EF4-FFF2-40B4-BE49-F238E27FC236}">
                <a16:creationId xmlns:a16="http://schemas.microsoft.com/office/drawing/2014/main" id="{0CF4D342-4172-19AF-9FC5-17941C15C2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6FC2255F-6098-93A0-D581-A446F503B274}"/>
              </a:ext>
            </a:extLst>
          </p:cNvPr>
          <p:cNvGrpSpPr/>
          <p:nvPr/>
        </p:nvGrpSpPr>
        <p:grpSpPr>
          <a:xfrm>
            <a:off x="-7746593" y="2491530"/>
            <a:ext cx="7746593" cy="3705264"/>
            <a:chOff x="5037024" y="546886"/>
            <a:chExt cx="7558583" cy="3828082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A4872D89-DB9F-CE36-6054-5F9E01016748}"/>
                </a:ext>
              </a:extLst>
            </p:cNvPr>
            <p:cNvSpPr/>
            <p:nvPr/>
          </p:nvSpPr>
          <p:spPr>
            <a:xfrm>
              <a:off x="5742172" y="726182"/>
              <a:ext cx="6059510" cy="3526353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Immagine 16" descr="Immagine che contiene computer, computer, schermat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89D9DF65-8A4D-8137-9BF0-FC78F2532F7C}"/>
                </a:ext>
              </a:extLst>
            </p:cNvPr>
            <p:cNvPicPr>
              <a:picLocks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063"/>
            <a:stretch>
              <a:fillRect/>
            </a:stretch>
          </p:blipFill>
          <p:spPr>
            <a:xfrm>
              <a:off x="5037024" y="546886"/>
              <a:ext cx="7558583" cy="3828082"/>
            </a:xfrm>
            <a:prstGeom prst="rect">
              <a:avLst/>
            </a:prstGeom>
            <a:effectLst>
              <a:outerShdw blurRad="373032" dir="16260000" algn="br" rotWithShape="0">
                <a:prstClr val="black">
                  <a:alpha val="14415"/>
                </a:prstClr>
              </a:outerShdw>
            </a:effectLst>
          </p:spPr>
        </p:pic>
      </p:grpSp>
      <p:pic>
        <p:nvPicPr>
          <p:cNvPr id="19" name="Registrazione schermo 2026-02-24 alle 10.20.55">
            <a:hlinkClick r:id="" action="ppaction://media"/>
            <a:extLst>
              <a:ext uri="{FF2B5EF4-FFF2-40B4-BE49-F238E27FC236}">
                <a16:creationId xmlns:a16="http://schemas.microsoft.com/office/drawing/2014/main" id="{14BEF167-A80D-84F8-B350-1577062B6B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6992372" y="2713518"/>
            <a:ext cx="6146799" cy="3135828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66402B43-03CF-BF94-F206-A563DB0D2C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6029624">
            <a:off x="17816215" y="146252"/>
            <a:ext cx="6054457" cy="6054457"/>
          </a:xfrm>
          <a:prstGeom prst="rect">
            <a:avLst/>
          </a:prstGeom>
        </p:spPr>
      </p:pic>
      <p:grpSp>
        <p:nvGrpSpPr>
          <p:cNvPr id="22" name="Gruppo 21">
            <a:extLst>
              <a:ext uri="{FF2B5EF4-FFF2-40B4-BE49-F238E27FC236}">
                <a16:creationId xmlns:a16="http://schemas.microsoft.com/office/drawing/2014/main" id="{383B3609-43DE-27F6-E132-C6BE96AA16D1}"/>
              </a:ext>
            </a:extLst>
          </p:cNvPr>
          <p:cNvGrpSpPr/>
          <p:nvPr/>
        </p:nvGrpSpPr>
        <p:grpSpPr>
          <a:xfrm>
            <a:off x="12690014" y="2273494"/>
            <a:ext cx="7746593" cy="3923300"/>
            <a:chOff x="5037024" y="546886"/>
            <a:chExt cx="7558583" cy="3828082"/>
          </a:xfrm>
        </p:grpSpPr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1A9293FA-0D7E-F43F-069D-F51D14AFE914}"/>
                </a:ext>
              </a:extLst>
            </p:cNvPr>
            <p:cNvSpPr/>
            <p:nvPr/>
          </p:nvSpPr>
          <p:spPr>
            <a:xfrm>
              <a:off x="5742172" y="726182"/>
              <a:ext cx="6059510" cy="3526353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Immagine 23" descr="Immagine che contiene computer, computer, schermat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017B940A-2840-263E-D9A3-4D35C3723786}"/>
                </a:ext>
              </a:extLst>
            </p:cNvPr>
            <p:cNvPicPr>
              <a:picLocks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063"/>
            <a:stretch>
              <a:fillRect/>
            </a:stretch>
          </p:blipFill>
          <p:spPr>
            <a:xfrm>
              <a:off x="5037024" y="546886"/>
              <a:ext cx="7558583" cy="3828082"/>
            </a:xfrm>
            <a:prstGeom prst="rect">
              <a:avLst/>
            </a:prstGeom>
            <a:effectLst>
              <a:outerShdw blurRad="373032" dir="16260000" algn="br" rotWithShape="0">
                <a:prstClr val="black">
                  <a:alpha val="14415"/>
                </a:prstClr>
              </a:outerShdw>
            </a:effectLst>
          </p:spPr>
        </p:pic>
      </p:grpSp>
      <p:pic>
        <p:nvPicPr>
          <p:cNvPr id="25" name="Registrazione schermo 2026-02-24 alle 10.01.15">
            <a:hlinkClick r:id="" action="ppaction://media"/>
            <a:extLst>
              <a:ext uri="{FF2B5EF4-FFF2-40B4-BE49-F238E27FC236}">
                <a16:creationId xmlns:a16="http://schemas.microsoft.com/office/drawing/2014/main" id="{81C54DAA-3E3B-2EB8-402F-46C6A643337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3511910" y="2501956"/>
            <a:ext cx="6569883" cy="335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21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7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37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4468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 mute="1">
                <p:cTn id="15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video>
              <p:cMediaNode vol="80000" mute="1">
                <p:cTn id="21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20901-9BC2-C06C-B846-78521AED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B2AF0AE3-62FC-D852-7F60-DADBFFC94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580207">
            <a:off x="1216121" y="1359083"/>
            <a:ext cx="6025198" cy="6025198"/>
          </a:xfrm>
          <a:prstGeom prst="rect">
            <a:avLst/>
          </a:prstGeom>
        </p:spPr>
      </p:pic>
      <p:grpSp>
        <p:nvGrpSpPr>
          <p:cNvPr id="9" name="Gruppo 8">
            <a:extLst>
              <a:ext uri="{FF2B5EF4-FFF2-40B4-BE49-F238E27FC236}">
                <a16:creationId xmlns:a16="http://schemas.microsoft.com/office/drawing/2014/main" id="{F2D05E30-52A0-C534-42BC-117EA06C5D25}"/>
              </a:ext>
            </a:extLst>
          </p:cNvPr>
          <p:cNvGrpSpPr/>
          <p:nvPr/>
        </p:nvGrpSpPr>
        <p:grpSpPr>
          <a:xfrm>
            <a:off x="-1353781" y="2491530"/>
            <a:ext cx="7746593" cy="3705264"/>
            <a:chOff x="5037024" y="546886"/>
            <a:chExt cx="7558583" cy="3828082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E1FFA2F4-CBBC-D13E-FA05-08CD94F490C4}"/>
                </a:ext>
              </a:extLst>
            </p:cNvPr>
            <p:cNvSpPr/>
            <p:nvPr/>
          </p:nvSpPr>
          <p:spPr>
            <a:xfrm>
              <a:off x="5742172" y="726182"/>
              <a:ext cx="6059510" cy="3526353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Immagine 14" descr="Immagine che contiene computer, computer, schermat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BDCD7CC7-F571-9861-44A4-9B754C24BAFE}"/>
                </a:ext>
              </a:extLst>
            </p:cNvPr>
            <p:cNvPicPr>
              <a:picLocks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063"/>
            <a:stretch>
              <a:fillRect/>
            </a:stretch>
          </p:blipFill>
          <p:spPr>
            <a:xfrm>
              <a:off x="5037024" y="546886"/>
              <a:ext cx="7558583" cy="3828082"/>
            </a:xfrm>
            <a:prstGeom prst="rect">
              <a:avLst/>
            </a:prstGeom>
            <a:effectLst>
              <a:outerShdw blurRad="373032" dir="16260000" algn="br" rotWithShape="0">
                <a:prstClr val="black">
                  <a:alpha val="14415"/>
                </a:prstClr>
              </a:outerShdw>
            </a:effectLst>
          </p:spPr>
        </p:pic>
      </p:grpSp>
      <p:pic>
        <p:nvPicPr>
          <p:cNvPr id="18" name="Elemento grafico 17">
            <a:extLst>
              <a:ext uri="{FF2B5EF4-FFF2-40B4-BE49-F238E27FC236}">
                <a16:creationId xmlns:a16="http://schemas.microsoft.com/office/drawing/2014/main" id="{3472EBA1-F885-4E84-0AD3-0F38BA92FA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958" y="1366046"/>
            <a:ext cx="954719" cy="291600"/>
          </a:xfrm>
          <a:prstGeom prst="rect">
            <a:avLst/>
          </a:prstGeom>
        </p:spPr>
      </p:pic>
      <p:sp>
        <p:nvSpPr>
          <p:cNvPr id="23" name="Rectangle 41">
            <a:extLst>
              <a:ext uri="{FF2B5EF4-FFF2-40B4-BE49-F238E27FC236}">
                <a16:creationId xmlns:a16="http://schemas.microsoft.com/office/drawing/2014/main" id="{7EC93156-5182-5C2C-52F3-A1EB7F0FBEAF}"/>
              </a:ext>
            </a:extLst>
          </p:cNvPr>
          <p:cNvSpPr/>
          <p:nvPr/>
        </p:nvSpPr>
        <p:spPr>
          <a:xfrm>
            <a:off x="12626402" y="4272999"/>
            <a:ext cx="4510132" cy="1723549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>
                <a:latin typeface="Graphik Regular" panose="020B0503030202060203" pitchFamily="34" charset="77"/>
              </a:rPr>
              <a:t>📑  </a:t>
            </a:r>
            <a:r>
              <a:rPr lang="en-US" sz="1600" err="1">
                <a:latin typeface="Graphik Regular" panose="020B0503030202060203" pitchFamily="34" charset="77"/>
                <a:cs typeface="Arial" charset="0"/>
              </a:rPr>
              <a:t>Scannerizzazione</a:t>
            </a:r>
            <a:r>
              <a:rPr lang="en-US" sz="1600">
                <a:latin typeface="Graphik Regular" panose="020B0503030202060203" pitchFamily="34" charset="77"/>
                <a:cs typeface="Arial" charset="0"/>
              </a:rPr>
              <a:t> </a:t>
            </a:r>
            <a:r>
              <a:rPr lang="en-US" sz="1600" err="1">
                <a:latin typeface="Graphik Regular" panose="020B0503030202060203" pitchFamily="34" charset="77"/>
                <a:cs typeface="Arial" charset="0"/>
              </a:rPr>
              <a:t>massiva</a:t>
            </a:r>
            <a:r>
              <a:rPr lang="en-US" sz="1600">
                <a:latin typeface="Graphik Regular" panose="020B0503030202060203" pitchFamily="34" charset="77"/>
                <a:cs typeface="Arial" charset="0"/>
              </a:rPr>
              <a:t> e </a:t>
            </a:r>
            <a:r>
              <a:rPr lang="en-US" sz="1600" err="1">
                <a:latin typeface="Graphik Regular" panose="020B0503030202060203" pitchFamily="34" charset="77"/>
                <a:cs typeface="Arial" charset="0"/>
              </a:rPr>
              <a:t>rapida</a:t>
            </a:r>
            <a:r>
              <a:rPr lang="en-US" sz="1600">
                <a:latin typeface="Graphik Regular" panose="020B0503030202060203" pitchFamily="34" charset="77"/>
                <a:cs typeface="Arial" charset="0"/>
              </a:rPr>
              <a:t> di </a:t>
            </a:r>
            <a:r>
              <a:rPr lang="en-US" sz="1600" err="1">
                <a:latin typeface="Graphik Regular" panose="020B0503030202060203" pitchFamily="34" charset="77"/>
                <a:cs typeface="Arial" charset="0"/>
              </a:rPr>
              <a:t>documenti</a:t>
            </a:r>
            <a:r>
              <a:rPr lang="en-US" sz="1600">
                <a:latin typeface="Graphik Regular" panose="020B0503030202060203" pitchFamily="34" charset="77"/>
                <a:cs typeface="Arial" charset="0"/>
              </a:rPr>
              <a:t> non–web (PDF).</a:t>
            </a:r>
            <a:endParaRPr lang="en-US" sz="1600">
              <a:latin typeface="Graphik Regular" panose="020B0503030202060203" pitchFamily="34" charset="77"/>
            </a:endParaRPr>
          </a:p>
          <a:p>
            <a:pPr marL="171450" marR="0" lvl="0" indent="-17145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Graphik Regular" panose="020B0503030202060203" pitchFamily="34" charset="77"/>
              <a:cs typeface="Arial" charset="0"/>
            </a:endParaRPr>
          </a:p>
          <a:p>
            <a:pPr defTabSz="914034">
              <a:defRPr/>
            </a:pPr>
            <a:r>
              <a:rPr lang="en-US" sz="1600">
                <a:latin typeface="Graphik Regular" panose="020B0503030202060203" pitchFamily="34" charset="77"/>
              </a:rPr>
              <a:t>🏛️  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Messa a norma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automatica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dei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documenti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.</a:t>
            </a:r>
          </a:p>
          <a:p>
            <a:pPr marL="171450" indent="-171450" defTabSz="914034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600">
              <a:latin typeface="Graphik Regular" panose="020B0503030202060203" pitchFamily="34" charset="77"/>
              <a:cs typeface="Arial" charset="0"/>
            </a:endParaRPr>
          </a:p>
          <a:p>
            <a:pPr defTabSz="914034">
              <a:defRPr/>
            </a:pPr>
            <a:r>
              <a:rPr lang="en-US" sz="1600">
                <a:latin typeface="Graphik Regular" panose="020B0503030202060203" pitchFamily="34" charset="77"/>
              </a:rPr>
              <a:t>👩‍💻 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Possibilità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 di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trasformare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 i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documenti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 PDF in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pagine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 HTML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editabili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.</a:t>
            </a:r>
          </a:p>
        </p:txBody>
      </p:sp>
      <p:sp>
        <p:nvSpPr>
          <p:cNvPr id="6" name="Segnaposto testo 63">
            <a:extLst>
              <a:ext uri="{FF2B5EF4-FFF2-40B4-BE49-F238E27FC236}">
                <a16:creationId xmlns:a16="http://schemas.microsoft.com/office/drawing/2014/main" id="{BBECF569-A276-23E7-4A11-CEAE77FDF6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GenAI accessibility suite</a:t>
            </a:r>
          </a:p>
        </p:txBody>
      </p:sp>
      <p:sp>
        <p:nvSpPr>
          <p:cNvPr id="8" name="Segnaposto testo 65">
            <a:extLst>
              <a:ext uri="{FF2B5EF4-FFF2-40B4-BE49-F238E27FC236}">
                <a16:creationId xmlns:a16="http://schemas.microsoft.com/office/drawing/2014/main" id="{A162FCE5-AC64-03FB-472D-C4FA4C9F8F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</a:t>
            </a:r>
          </a:p>
        </p:txBody>
      </p:sp>
      <p:pic>
        <p:nvPicPr>
          <p:cNvPr id="13" name="Immagine 12" descr="Immagine rappresentativa del tool ARIA ">
            <a:extLst>
              <a:ext uri="{FF2B5EF4-FFF2-40B4-BE49-F238E27FC236}">
                <a16:creationId xmlns:a16="http://schemas.microsoft.com/office/drawing/2014/main" id="{DF4ECE9F-8697-7108-4934-9D2C5F43377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26402" y="62237"/>
            <a:ext cx="5289665" cy="3190817"/>
          </a:xfrm>
          <a:prstGeom prst="rect">
            <a:avLst/>
          </a:prstGeom>
        </p:spPr>
      </p:pic>
      <p:cxnSp>
        <p:nvCxnSpPr>
          <p:cNvPr id="3" name="Connettore dritto 2">
            <a:extLst>
              <a:ext uri="{FF2B5EF4-FFF2-40B4-BE49-F238E27FC236}">
                <a16:creationId xmlns:a16="http://schemas.microsoft.com/office/drawing/2014/main" id="{B9255AB3-9C5A-8734-2669-5C7E1B9C01A0}"/>
              </a:ext>
            </a:extLst>
          </p:cNvPr>
          <p:cNvCxnSpPr>
            <a:cxnSpLocks/>
          </p:cNvCxnSpPr>
          <p:nvPr/>
        </p:nvCxnSpPr>
        <p:spPr>
          <a:xfrm>
            <a:off x="7176554" y="1936820"/>
            <a:ext cx="0" cy="3580129"/>
          </a:xfrm>
          <a:prstGeom prst="line">
            <a:avLst/>
          </a:prstGeom>
          <a:ln w="28575">
            <a:gradFill flip="none" rotWithShape="1">
              <a:gsLst>
                <a:gs pos="36000">
                  <a:srgbClr val="4F4F4F">
                    <a:alpha val="17168"/>
                  </a:srgbClr>
                </a:gs>
                <a:gs pos="100000">
                  <a:srgbClr val="4F4F4F"/>
                </a:gs>
              </a:gsLst>
              <a:lin ang="1620000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9087D44-9435-C929-1071-D2E0C825E8B8}"/>
              </a:ext>
            </a:extLst>
          </p:cNvPr>
          <p:cNvSpPr txBox="1"/>
          <p:nvPr/>
        </p:nvSpPr>
        <p:spPr>
          <a:xfrm>
            <a:off x="7308960" y="1891365"/>
            <a:ext cx="4510132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>
                <a:gradFill flip="none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/>
                <a:ea typeface="+mn-lt"/>
                <a:cs typeface="Arial"/>
              </a:rPr>
              <a:t>T</a:t>
            </a:r>
            <a:r>
              <a:rPr lang="en-US" sz="2400">
                <a:gradFill flip="none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/>
                <a:cs typeface="Arial"/>
              </a:rPr>
              <a:t>he solution for making non-web documentation (PDFs) compliant</a:t>
            </a:r>
            <a:endParaRPr lang="en-US" sz="2400">
              <a:solidFill>
                <a:srgbClr val="000000"/>
              </a:solidFill>
              <a:latin typeface="Graphik Light"/>
              <a:cs typeface="Arial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8210C56-A1AB-22A0-6BE5-C5BD06A3132C}"/>
              </a:ext>
            </a:extLst>
          </p:cNvPr>
          <p:cNvSpPr txBox="1"/>
          <p:nvPr/>
        </p:nvSpPr>
        <p:spPr>
          <a:xfrm>
            <a:off x="7308960" y="3442531"/>
            <a:ext cx="4121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Bulk and rapid scanning </a:t>
            </a:r>
            <a:r>
              <a:rPr lang="en-US" noProof="0">
                <a:latin typeface="Graphik Light" panose="020B0403030202060203" pitchFamily="34" charset="77"/>
              </a:rPr>
              <a:t>of non-web documents (PDF).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587B523-AF38-BD72-8EFB-34397585CA10}"/>
              </a:ext>
            </a:extLst>
          </p:cNvPr>
          <p:cNvSpPr txBox="1"/>
          <p:nvPr/>
        </p:nvSpPr>
        <p:spPr>
          <a:xfrm>
            <a:off x="7292632" y="4259303"/>
            <a:ext cx="4137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defRPr/>
            </a:pPr>
            <a:r>
              <a:rPr lang="en-US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Automated </a:t>
            </a:r>
            <a:r>
              <a:rPr lang="en-US" noProof="0">
                <a:latin typeface="Graphik Light" panose="020B0403030202060203" pitchFamily="34" charset="77"/>
              </a:rPr>
              <a:t>document compliance remediation.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772DDAD-C846-AA8E-CEF4-1A3C44127025}"/>
              </a:ext>
            </a:extLst>
          </p:cNvPr>
          <p:cNvSpPr txBox="1"/>
          <p:nvPr/>
        </p:nvSpPr>
        <p:spPr>
          <a:xfrm>
            <a:off x="7276303" y="4995314"/>
            <a:ext cx="42991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defTabSz="914034">
              <a:defRPr>
                <a:latin typeface="Graphik Light" panose="020B0403030202060203" pitchFamily="34" charset="77"/>
              </a:defRPr>
            </a:lvl1pPr>
          </a:lstStyle>
          <a:p>
            <a:r>
              <a:rPr lang="en-US" noProof="0"/>
              <a:t>Ability to </a:t>
            </a:r>
            <a:r>
              <a:rPr lang="en-US" noProof="0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convert</a:t>
            </a:r>
            <a:r>
              <a:rPr lang="en-US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 PDF documents into editable HTML </a:t>
            </a:r>
            <a:r>
              <a:rPr lang="en-US" noProof="0"/>
              <a:t>pages.</a:t>
            </a:r>
          </a:p>
        </p:txBody>
      </p:sp>
      <p:pic>
        <p:nvPicPr>
          <p:cNvPr id="2" name="Registrazione schermo 2026-02-24 alle 10.20.55">
            <a:hlinkClick r:id="" action="ppaction://media"/>
            <a:extLst>
              <a:ext uri="{FF2B5EF4-FFF2-40B4-BE49-F238E27FC236}">
                <a16:creationId xmlns:a16="http://schemas.microsoft.com/office/drawing/2014/main" id="{5194345D-5257-3A78-BBE3-E4122E7CA4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599560" y="2713518"/>
            <a:ext cx="6146799" cy="313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12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7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20901-9BC2-C06C-B846-78521AED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B2AF0AE3-62FC-D852-7F60-DADBFFC94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80207">
            <a:off x="1216121" y="1359083"/>
            <a:ext cx="6025198" cy="6025198"/>
          </a:xfrm>
          <a:prstGeom prst="rect">
            <a:avLst/>
          </a:prstGeom>
        </p:spPr>
      </p:pic>
      <p:grpSp>
        <p:nvGrpSpPr>
          <p:cNvPr id="9" name="Gruppo 8">
            <a:extLst>
              <a:ext uri="{FF2B5EF4-FFF2-40B4-BE49-F238E27FC236}">
                <a16:creationId xmlns:a16="http://schemas.microsoft.com/office/drawing/2014/main" id="{F2D05E30-52A0-C534-42BC-117EA06C5D25}"/>
              </a:ext>
            </a:extLst>
          </p:cNvPr>
          <p:cNvGrpSpPr/>
          <p:nvPr/>
        </p:nvGrpSpPr>
        <p:grpSpPr>
          <a:xfrm>
            <a:off x="-1353781" y="2491530"/>
            <a:ext cx="7746593" cy="3705264"/>
            <a:chOff x="5037024" y="546886"/>
            <a:chExt cx="7558583" cy="3828082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E1FFA2F4-CBBC-D13E-FA05-08CD94F490C4}"/>
                </a:ext>
              </a:extLst>
            </p:cNvPr>
            <p:cNvSpPr/>
            <p:nvPr/>
          </p:nvSpPr>
          <p:spPr>
            <a:xfrm>
              <a:off x="5742172" y="726182"/>
              <a:ext cx="6059510" cy="3526353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Immagine 14" descr="Immagine che contiene computer, computer, schermat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BDCD7CC7-F571-9861-44A4-9B754C24BAFE}"/>
                </a:ext>
              </a:extLst>
            </p:cNvPr>
            <p:cNvPicPr>
              <a:picLocks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063"/>
            <a:stretch>
              <a:fillRect/>
            </a:stretch>
          </p:blipFill>
          <p:spPr>
            <a:xfrm>
              <a:off x="5037024" y="546886"/>
              <a:ext cx="7558583" cy="3828082"/>
            </a:xfrm>
            <a:prstGeom prst="rect">
              <a:avLst/>
            </a:prstGeom>
            <a:effectLst>
              <a:outerShdw blurRad="373032" dir="16260000" algn="br" rotWithShape="0">
                <a:prstClr val="black">
                  <a:alpha val="14415"/>
                </a:prstClr>
              </a:outerShdw>
            </a:effectLst>
          </p:spPr>
        </p:pic>
      </p:grpSp>
      <p:pic>
        <p:nvPicPr>
          <p:cNvPr id="18" name="Elemento grafico 17">
            <a:extLst>
              <a:ext uri="{FF2B5EF4-FFF2-40B4-BE49-F238E27FC236}">
                <a16:creationId xmlns:a16="http://schemas.microsoft.com/office/drawing/2014/main" id="{3472EBA1-F885-4E84-0AD3-0F38BA92FA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58" y="1366046"/>
            <a:ext cx="954719" cy="291600"/>
          </a:xfrm>
          <a:prstGeom prst="rect">
            <a:avLst/>
          </a:prstGeom>
        </p:spPr>
      </p:pic>
      <p:sp>
        <p:nvSpPr>
          <p:cNvPr id="23" name="Rectangle 41">
            <a:extLst>
              <a:ext uri="{FF2B5EF4-FFF2-40B4-BE49-F238E27FC236}">
                <a16:creationId xmlns:a16="http://schemas.microsoft.com/office/drawing/2014/main" id="{7EC93156-5182-5C2C-52F3-A1EB7F0FBEAF}"/>
              </a:ext>
            </a:extLst>
          </p:cNvPr>
          <p:cNvSpPr/>
          <p:nvPr/>
        </p:nvSpPr>
        <p:spPr>
          <a:xfrm>
            <a:off x="12626402" y="4272999"/>
            <a:ext cx="4510132" cy="1723549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>
                <a:latin typeface="Graphik Regular" panose="020B0503030202060203" pitchFamily="34" charset="77"/>
              </a:rPr>
              <a:t>📑  </a:t>
            </a:r>
            <a:r>
              <a:rPr lang="en-US" sz="1600" err="1">
                <a:latin typeface="Graphik Regular" panose="020B0503030202060203" pitchFamily="34" charset="77"/>
                <a:cs typeface="Arial" charset="0"/>
              </a:rPr>
              <a:t>Scannerizzazione</a:t>
            </a:r>
            <a:r>
              <a:rPr lang="en-US" sz="1600">
                <a:latin typeface="Graphik Regular" panose="020B0503030202060203" pitchFamily="34" charset="77"/>
                <a:cs typeface="Arial" charset="0"/>
              </a:rPr>
              <a:t> </a:t>
            </a:r>
            <a:r>
              <a:rPr lang="en-US" sz="1600" err="1">
                <a:latin typeface="Graphik Regular" panose="020B0503030202060203" pitchFamily="34" charset="77"/>
                <a:cs typeface="Arial" charset="0"/>
              </a:rPr>
              <a:t>massiva</a:t>
            </a:r>
            <a:r>
              <a:rPr lang="en-US" sz="1600">
                <a:latin typeface="Graphik Regular" panose="020B0503030202060203" pitchFamily="34" charset="77"/>
                <a:cs typeface="Arial" charset="0"/>
              </a:rPr>
              <a:t> e </a:t>
            </a:r>
            <a:r>
              <a:rPr lang="en-US" sz="1600" err="1">
                <a:latin typeface="Graphik Regular" panose="020B0503030202060203" pitchFamily="34" charset="77"/>
                <a:cs typeface="Arial" charset="0"/>
              </a:rPr>
              <a:t>rapida</a:t>
            </a:r>
            <a:r>
              <a:rPr lang="en-US" sz="1600">
                <a:latin typeface="Graphik Regular" panose="020B0503030202060203" pitchFamily="34" charset="77"/>
                <a:cs typeface="Arial" charset="0"/>
              </a:rPr>
              <a:t> di </a:t>
            </a:r>
            <a:r>
              <a:rPr lang="en-US" sz="1600" err="1">
                <a:latin typeface="Graphik Regular" panose="020B0503030202060203" pitchFamily="34" charset="77"/>
                <a:cs typeface="Arial" charset="0"/>
              </a:rPr>
              <a:t>documenti</a:t>
            </a:r>
            <a:r>
              <a:rPr lang="en-US" sz="1600">
                <a:latin typeface="Graphik Regular" panose="020B0503030202060203" pitchFamily="34" charset="77"/>
                <a:cs typeface="Arial" charset="0"/>
              </a:rPr>
              <a:t> non–web (PDF).</a:t>
            </a:r>
            <a:endParaRPr lang="en-US" sz="1600">
              <a:latin typeface="Graphik Regular" panose="020B0503030202060203" pitchFamily="34" charset="77"/>
            </a:endParaRPr>
          </a:p>
          <a:p>
            <a:pPr marL="171450" marR="0" lvl="0" indent="-17145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Graphik Regular" panose="020B0503030202060203" pitchFamily="34" charset="77"/>
              <a:cs typeface="Arial" charset="0"/>
            </a:endParaRPr>
          </a:p>
          <a:p>
            <a:pPr defTabSz="914034">
              <a:defRPr/>
            </a:pPr>
            <a:r>
              <a:rPr lang="en-US" sz="1600">
                <a:latin typeface="Graphik Regular" panose="020B0503030202060203" pitchFamily="34" charset="77"/>
              </a:rPr>
              <a:t>🏛️  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Messa a norma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automatica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dei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documenti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.</a:t>
            </a:r>
          </a:p>
          <a:p>
            <a:pPr marL="171450" indent="-171450" defTabSz="914034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600">
              <a:latin typeface="Graphik Regular" panose="020B0503030202060203" pitchFamily="34" charset="77"/>
              <a:cs typeface="Arial" charset="0"/>
            </a:endParaRPr>
          </a:p>
          <a:p>
            <a:pPr defTabSz="914034">
              <a:defRPr/>
            </a:pPr>
            <a:r>
              <a:rPr lang="en-US" sz="1600">
                <a:latin typeface="Graphik Regular" panose="020B0503030202060203" pitchFamily="34" charset="77"/>
              </a:rPr>
              <a:t>👩‍💻 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Possibilità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 di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trasformare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 i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documenti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 PDF in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pagine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 HTML </a:t>
            </a:r>
            <a:r>
              <a:rPr kumimoji="0" lang="en-US" sz="16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editabili</a:t>
            </a: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 Regular" panose="020B0503030202060203" pitchFamily="34" charset="77"/>
                <a:cs typeface="Arial" charset="0"/>
              </a:rPr>
              <a:t>.</a:t>
            </a:r>
          </a:p>
        </p:txBody>
      </p:sp>
      <p:sp>
        <p:nvSpPr>
          <p:cNvPr id="6" name="Segnaposto testo 63">
            <a:extLst>
              <a:ext uri="{FF2B5EF4-FFF2-40B4-BE49-F238E27FC236}">
                <a16:creationId xmlns:a16="http://schemas.microsoft.com/office/drawing/2014/main" id="{BBECF569-A276-23E7-4A11-CEAE77FDF6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GenAI accessibility suite</a:t>
            </a:r>
          </a:p>
        </p:txBody>
      </p:sp>
      <p:sp>
        <p:nvSpPr>
          <p:cNvPr id="8" name="Segnaposto testo 65">
            <a:extLst>
              <a:ext uri="{FF2B5EF4-FFF2-40B4-BE49-F238E27FC236}">
                <a16:creationId xmlns:a16="http://schemas.microsoft.com/office/drawing/2014/main" id="{A162FCE5-AC64-03FB-472D-C4FA4C9F8F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</a:t>
            </a:r>
          </a:p>
        </p:txBody>
      </p:sp>
      <p:pic>
        <p:nvPicPr>
          <p:cNvPr id="13" name="Immagine 12" descr="Immagine rappresentativa del tool ARIA ">
            <a:extLst>
              <a:ext uri="{FF2B5EF4-FFF2-40B4-BE49-F238E27FC236}">
                <a16:creationId xmlns:a16="http://schemas.microsoft.com/office/drawing/2014/main" id="{DF4ECE9F-8697-7108-4934-9D2C5F43377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26402" y="62237"/>
            <a:ext cx="5289665" cy="3190817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B439A164-F6D0-9B1B-1D11-3BCDDA1F52B8}"/>
              </a:ext>
            </a:extLst>
          </p:cNvPr>
          <p:cNvSpPr/>
          <p:nvPr/>
        </p:nvSpPr>
        <p:spPr>
          <a:xfrm>
            <a:off x="2519516" y="-2533666"/>
            <a:ext cx="2514600" cy="1514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MIGLIORARE L’IMPATTO GRAFICO</a:t>
            </a:r>
          </a:p>
        </p:txBody>
      </p:sp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B7A89095-6BF7-26AF-7C9F-D69BBBDEFA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41191" y="-4715185"/>
            <a:ext cx="5011981" cy="5011981"/>
          </a:xfrm>
          <a:prstGeom prst="rect">
            <a:avLst/>
          </a:prstGeom>
        </p:spPr>
      </p:pic>
      <p:cxnSp>
        <p:nvCxnSpPr>
          <p:cNvPr id="4" name="Connettore dritto 3">
            <a:extLst>
              <a:ext uri="{FF2B5EF4-FFF2-40B4-BE49-F238E27FC236}">
                <a16:creationId xmlns:a16="http://schemas.microsoft.com/office/drawing/2014/main" id="{A0B101D4-57D4-6F21-61D9-13B85654CC7D}"/>
              </a:ext>
            </a:extLst>
          </p:cNvPr>
          <p:cNvCxnSpPr>
            <a:cxnSpLocks/>
          </p:cNvCxnSpPr>
          <p:nvPr/>
        </p:nvCxnSpPr>
        <p:spPr>
          <a:xfrm>
            <a:off x="7176554" y="1936820"/>
            <a:ext cx="0" cy="3580129"/>
          </a:xfrm>
          <a:prstGeom prst="line">
            <a:avLst/>
          </a:prstGeom>
          <a:ln w="28575">
            <a:gradFill flip="none" rotWithShape="1">
              <a:gsLst>
                <a:gs pos="36000">
                  <a:srgbClr val="4F4F4F">
                    <a:alpha val="17168"/>
                  </a:srgbClr>
                </a:gs>
                <a:gs pos="100000">
                  <a:srgbClr val="4F4F4F"/>
                </a:gs>
              </a:gsLst>
              <a:lin ang="1620000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79AF437-926E-E030-58F4-F9102F8C2F82}"/>
              </a:ext>
            </a:extLst>
          </p:cNvPr>
          <p:cNvSpPr txBox="1"/>
          <p:nvPr/>
        </p:nvSpPr>
        <p:spPr>
          <a:xfrm>
            <a:off x="7308960" y="1891365"/>
            <a:ext cx="45101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The solution for making non-web documentation (PDFs) compliant</a:t>
            </a:r>
            <a:endParaRPr lang="en-US" sz="2400">
              <a:latin typeface="Graphik Light" panose="020B0403030202060203" pitchFamily="34" charset="77"/>
              <a:cs typeface="Arial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C9170F7-DEF6-8D01-9B29-F2A830153388}"/>
              </a:ext>
            </a:extLst>
          </p:cNvPr>
          <p:cNvSpPr txBox="1"/>
          <p:nvPr/>
        </p:nvSpPr>
        <p:spPr>
          <a:xfrm>
            <a:off x="7308960" y="3442531"/>
            <a:ext cx="4121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Bulk and rapid scanning </a:t>
            </a:r>
            <a:r>
              <a:rPr lang="en-US" noProof="0">
                <a:latin typeface="Graphik Light" panose="020B0403030202060203" pitchFamily="34" charset="77"/>
              </a:rPr>
              <a:t>of non-web documents (PDF).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194BB06-D09D-EB77-3840-12DEA3D596F9}"/>
              </a:ext>
            </a:extLst>
          </p:cNvPr>
          <p:cNvSpPr txBox="1"/>
          <p:nvPr/>
        </p:nvSpPr>
        <p:spPr>
          <a:xfrm>
            <a:off x="7292632" y="4259303"/>
            <a:ext cx="4137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defRPr/>
            </a:pPr>
            <a:r>
              <a:rPr lang="en-US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Automated </a:t>
            </a:r>
            <a:r>
              <a:rPr lang="en-US" noProof="0">
                <a:latin typeface="Graphik Light" panose="020B0403030202060203" pitchFamily="34" charset="77"/>
              </a:rPr>
              <a:t>document compliance remediation.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DF5A108-A7DA-9D34-AB6F-17BDA48DFED0}"/>
              </a:ext>
            </a:extLst>
          </p:cNvPr>
          <p:cNvSpPr txBox="1"/>
          <p:nvPr/>
        </p:nvSpPr>
        <p:spPr>
          <a:xfrm>
            <a:off x="7276303" y="4995314"/>
            <a:ext cx="42991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defTabSz="914034">
              <a:defRPr>
                <a:latin typeface="Graphik Light" panose="020B0403030202060203" pitchFamily="34" charset="77"/>
              </a:defRPr>
            </a:lvl1pPr>
          </a:lstStyle>
          <a:p>
            <a:r>
              <a:rPr lang="en-US" noProof="0"/>
              <a:t>Ability to </a:t>
            </a:r>
            <a:r>
              <a:rPr lang="en-US" noProof="0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convert</a:t>
            </a:r>
            <a:r>
              <a:rPr lang="en-US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 PDF documents into editable HTML </a:t>
            </a:r>
            <a:r>
              <a:rPr lang="en-US" noProof="0"/>
              <a:t>pages.</a:t>
            </a:r>
          </a:p>
        </p:txBody>
      </p:sp>
      <p:pic>
        <p:nvPicPr>
          <p:cNvPr id="3" name="Registrazione schermo 2026-02-24 alle 10.24.14">
            <a:hlinkClick r:id="" action="ppaction://media"/>
            <a:extLst>
              <a:ext uri="{FF2B5EF4-FFF2-40B4-BE49-F238E27FC236}">
                <a16:creationId xmlns:a16="http://schemas.microsoft.com/office/drawing/2014/main" id="{A1095488-05FE-6D47-FFF8-36F786A8596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642244" y="2725081"/>
            <a:ext cx="6210232" cy="316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1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4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0C3B2-4341-E61C-7C06-EE5D4258C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0983A607-7C1E-6BDC-CC70-395900152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430553"/>
              </p:ext>
            </p:extLst>
          </p:nvPr>
        </p:nvGraphicFramePr>
        <p:xfrm>
          <a:off x="460702" y="2663168"/>
          <a:ext cx="11326136" cy="31395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308410">
                  <a:extLst>
                    <a:ext uri="{9D8B030D-6E8A-4147-A177-3AD203B41FA5}">
                      <a16:colId xmlns:a16="http://schemas.microsoft.com/office/drawing/2014/main" val="2160087105"/>
                    </a:ext>
                  </a:extLst>
                </a:gridCol>
                <a:gridCol w="2354658">
                  <a:extLst>
                    <a:ext uri="{9D8B030D-6E8A-4147-A177-3AD203B41FA5}">
                      <a16:colId xmlns:a16="http://schemas.microsoft.com/office/drawing/2014/main" val="777301745"/>
                    </a:ext>
                  </a:extLst>
                </a:gridCol>
                <a:gridCol w="2831534">
                  <a:extLst>
                    <a:ext uri="{9D8B030D-6E8A-4147-A177-3AD203B41FA5}">
                      <a16:colId xmlns:a16="http://schemas.microsoft.com/office/drawing/2014/main" val="242273542"/>
                    </a:ext>
                  </a:extLst>
                </a:gridCol>
                <a:gridCol w="2831534">
                  <a:extLst>
                    <a:ext uri="{9D8B030D-6E8A-4147-A177-3AD203B41FA5}">
                      <a16:colId xmlns:a16="http://schemas.microsoft.com/office/drawing/2014/main" val="2299943291"/>
                    </a:ext>
                  </a:extLst>
                </a:gridCol>
              </a:tblGrid>
              <a:tr h="4401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300" b="0" i="0" kern="1200">
                        <a:solidFill>
                          <a:schemeClr val="tx1"/>
                        </a:solidFill>
                        <a:latin typeface="Graphik Regular" panose="020B0503030202060203" pitchFamily="34" charset="77"/>
                        <a:ea typeface="+mn-ea"/>
                        <a:cs typeface="+mn-cs"/>
                      </a:endParaRPr>
                    </a:p>
                  </a:txBody>
                  <a:tcPr marL="66944" marR="66944" marT="33472" marB="33472"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3315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atin typeface="Graphik Regular" panose="020B0503030202060203" pitchFamily="34" charset="77"/>
                        </a:rPr>
                        <a:t>AI-powered testing</a:t>
                      </a:r>
                      <a:endParaRPr lang="en-US" sz="1300" b="0" i="0">
                        <a:latin typeface="Graphik Regular" panose="020B0503030202060203" pitchFamily="34" charset="77"/>
                      </a:endParaRPr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4564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>
                          <a:latin typeface="Graphik Regular" panose="020B0503030202060203" pitchFamily="34" charset="77"/>
                        </a:rPr>
                        <a:t>Compliance score (%)</a:t>
                      </a:r>
                      <a:endParaRPr lang="en-US" sz="1300" b="0" i="0">
                        <a:latin typeface="Graphik Regular" panose="020B0503030202060203" pitchFamily="34" charset="77"/>
                      </a:endParaRPr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8758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>
                          <a:latin typeface="Graphik Regular"/>
                        </a:rPr>
                        <a:t>Conversational AI assistant</a:t>
                      </a:r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7123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>
                          <a:latin typeface="Graphik Regular"/>
                        </a:rPr>
                        <a:t>Suggested code fixes</a:t>
                      </a:r>
                      <a:endParaRPr lang="en-US" sz="1300" b="0" i="0">
                        <a:latin typeface="Graphik Regular"/>
                      </a:endParaRPr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3" algn="l">
                        <a:buNone/>
                      </a:pPr>
                      <a:r>
                        <a:rPr lang="en-US" sz="1200" b="0" i="0" u="none" strike="noStrike" noProof="0">
                          <a:latin typeface="Aptos"/>
                        </a:rPr>
                        <a:t>  (text-based guides)</a:t>
                      </a:r>
                      <a:endParaRPr lang="en-US" i="0" u="none" strike="noStrike" noProof="0">
                        <a:latin typeface="Aptos"/>
                      </a:endParaRPr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10797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atin typeface="Graphik Regular"/>
                        </a:rPr>
                        <a:t>Support for EAA and AgID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🇮🇹</a:t>
                      </a:r>
                      <a:r>
                        <a:rPr lang="en-US" sz="1300" b="0" i="0" kern="1200">
                          <a:solidFill>
                            <a:schemeClr val="dk1"/>
                          </a:solidFill>
                          <a:effectLst/>
                          <a:latin typeface="Graphik Regular"/>
                          <a:ea typeface="+mn-ea"/>
                          <a:cs typeface="+mn-cs"/>
                        </a:rPr>
                        <a:t> compliance requirements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Graphik Regular"/>
                        <a:ea typeface="+mn-ea"/>
                        <a:cs typeface="+mn-cs"/>
                      </a:endParaRPr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5436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>
                          <a:latin typeface="Graphik Regular" panose="020B0503030202060203" pitchFamily="34" charset="77"/>
                        </a:rPr>
                        <a:t>Remediation integrata nel workflow</a:t>
                      </a:r>
                      <a:endParaRPr lang="en-US" sz="1300" b="0" i="0">
                        <a:latin typeface="Graphik Regular" panose="020B0503030202060203" pitchFamily="34" charset="77"/>
                      </a:endParaRPr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944" marR="66944" marT="33472" marB="33472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182709"/>
                  </a:ext>
                </a:extLst>
              </a:tr>
            </a:tbl>
          </a:graphicData>
        </a:graphic>
      </p:graphicFrame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FB7C279F-9EDF-DEA3-D169-24F7B1948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15492">
            <a:off x="8141190" y="-2367614"/>
            <a:ext cx="5011981" cy="5011981"/>
          </a:xfrm>
          <a:prstGeom prst="rect">
            <a:avLst/>
          </a:prstGeom>
        </p:spPr>
      </p:pic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0C8AF235-DFF9-2BC9-8408-B4A2BC5A3E5D}"/>
              </a:ext>
            </a:extLst>
          </p:cNvPr>
          <p:cNvSpPr txBox="1"/>
          <p:nvPr/>
        </p:nvSpPr>
        <p:spPr>
          <a:xfrm>
            <a:off x="460702" y="1101396"/>
            <a:ext cx="80519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AIDA is trained on our team’s </a:t>
            </a:r>
            <a:r>
              <a:rPr lang="en-US" sz="2400" err="1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expertis</a:t>
            </a:r>
            <a:r>
              <a:rPr lang="en-US" sz="2400">
                <a:gradFill flip="none" rotWithShape="1">
                  <a:gsLst>
                    <a:gs pos="0">
                      <a:srgbClr val="5A0FD4"/>
                    </a:gs>
                    <a:gs pos="100000">
                      <a:srgbClr val="4F4F4F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 and hands-on experience, built over years of fieldwork.</a:t>
            </a: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D1A0C9E1-22BE-D2BE-A5F2-968069420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6626" y="2799862"/>
            <a:ext cx="719999" cy="216000"/>
          </a:xfrm>
          <a:prstGeom prst="rect">
            <a:avLst/>
          </a:prstGeom>
        </p:spPr>
      </p:pic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FC8D5A1C-4128-75C1-E4B0-024CC65885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0611" y="2745862"/>
            <a:ext cx="904658" cy="324000"/>
          </a:xfrm>
          <a:prstGeom prst="rect">
            <a:avLst/>
          </a:prstGeom>
        </p:spPr>
      </p:pic>
      <p:pic>
        <p:nvPicPr>
          <p:cNvPr id="14" name="Immagine 13" descr="Immagine che contiene Carattere, logo, Elementi grafici, bianco&#10;&#10;Il contenuto generato dall'IA potrebbe non essere corretto.">
            <a:extLst>
              <a:ext uri="{FF2B5EF4-FFF2-40B4-BE49-F238E27FC236}">
                <a16:creationId xmlns:a16="http://schemas.microsoft.com/office/drawing/2014/main" id="{57FF4744-DA53-9FC4-E2B2-D533B94545B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00824" y="2824127"/>
            <a:ext cx="1459909" cy="180000"/>
          </a:xfrm>
          <a:prstGeom prst="rect">
            <a:avLst/>
          </a:prstGeom>
        </p:spPr>
      </p:pic>
      <p:pic>
        <p:nvPicPr>
          <p:cNvPr id="20" name="Elemento grafico 19">
            <a:extLst>
              <a:ext uri="{FF2B5EF4-FFF2-40B4-BE49-F238E27FC236}">
                <a16:creationId xmlns:a16="http://schemas.microsoft.com/office/drawing/2014/main" id="{9D5016F9-3FA0-63DD-6C4B-84E1F69F4C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2340" y="3632156"/>
            <a:ext cx="228570" cy="228570"/>
          </a:xfrm>
          <a:prstGeom prst="rect">
            <a:avLst/>
          </a:prstGeom>
        </p:spPr>
      </p:pic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1E4F6AA0-ADE9-2253-5667-685BAD219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2340" y="4501284"/>
            <a:ext cx="228570" cy="228570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60B9645D-EF88-1920-FCF8-0F60EF60DC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2340" y="4989013"/>
            <a:ext cx="228570" cy="228570"/>
          </a:xfrm>
          <a:prstGeom prst="rect">
            <a:avLst/>
          </a:prstGeom>
        </p:spPr>
      </p:pic>
      <p:pic>
        <p:nvPicPr>
          <p:cNvPr id="25" name="Elemento grafico 24">
            <a:extLst>
              <a:ext uri="{FF2B5EF4-FFF2-40B4-BE49-F238E27FC236}">
                <a16:creationId xmlns:a16="http://schemas.microsoft.com/office/drawing/2014/main" id="{762E93E6-A005-26EE-CC66-C540C62CC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2340" y="5473456"/>
            <a:ext cx="228570" cy="228570"/>
          </a:xfrm>
          <a:prstGeom prst="rect">
            <a:avLst/>
          </a:prstGeom>
        </p:spPr>
      </p:pic>
      <p:pic>
        <p:nvPicPr>
          <p:cNvPr id="37" name="Elemento grafico 36">
            <a:extLst>
              <a:ext uri="{FF2B5EF4-FFF2-40B4-BE49-F238E27FC236}">
                <a16:creationId xmlns:a16="http://schemas.microsoft.com/office/drawing/2014/main" id="{E8C59C2D-07A0-F398-9021-56455D4244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9107" y="3637409"/>
            <a:ext cx="241300" cy="228600"/>
          </a:xfrm>
          <a:prstGeom prst="rect">
            <a:avLst/>
          </a:prstGeom>
        </p:spPr>
      </p:pic>
      <p:pic>
        <p:nvPicPr>
          <p:cNvPr id="40" name="Elemento grafico 39">
            <a:extLst>
              <a:ext uri="{FF2B5EF4-FFF2-40B4-BE49-F238E27FC236}">
                <a16:creationId xmlns:a16="http://schemas.microsoft.com/office/drawing/2014/main" id="{3DB1FD0E-1487-0402-705F-23FB9020E3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9107" y="4991623"/>
            <a:ext cx="241300" cy="228600"/>
          </a:xfrm>
          <a:prstGeom prst="rect">
            <a:avLst/>
          </a:prstGeom>
        </p:spPr>
      </p:pic>
      <p:pic>
        <p:nvPicPr>
          <p:cNvPr id="42" name="Elemento grafico 41">
            <a:extLst>
              <a:ext uri="{FF2B5EF4-FFF2-40B4-BE49-F238E27FC236}">
                <a16:creationId xmlns:a16="http://schemas.microsoft.com/office/drawing/2014/main" id="{46256DD8-AD51-5B15-EAD0-5AD79B1B9B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9107" y="5474324"/>
            <a:ext cx="241300" cy="228600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6E2E79A2-6766-A922-C196-82525C806F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2340" y="3218073"/>
            <a:ext cx="228570" cy="228570"/>
          </a:xfrm>
          <a:prstGeom prst="rect">
            <a:avLst/>
          </a:prstGeom>
        </p:spPr>
      </p:pic>
      <p:pic>
        <p:nvPicPr>
          <p:cNvPr id="38" name="Elemento grafico 37">
            <a:extLst>
              <a:ext uri="{FF2B5EF4-FFF2-40B4-BE49-F238E27FC236}">
                <a16:creationId xmlns:a16="http://schemas.microsoft.com/office/drawing/2014/main" id="{B8934AA3-6E7C-933E-0D10-5A5B9BA61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9107" y="3222455"/>
            <a:ext cx="241300" cy="228600"/>
          </a:xfrm>
          <a:prstGeom prst="rect">
            <a:avLst/>
          </a:prstGeom>
        </p:spPr>
      </p:pic>
      <p:pic>
        <p:nvPicPr>
          <p:cNvPr id="44" name="Elemento grafico 43">
            <a:extLst>
              <a:ext uri="{FF2B5EF4-FFF2-40B4-BE49-F238E27FC236}">
                <a16:creationId xmlns:a16="http://schemas.microsoft.com/office/drawing/2014/main" id="{1086C8F4-F8BA-BE8E-1297-2B9B7FC2D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05441" y="3223068"/>
            <a:ext cx="241300" cy="228600"/>
          </a:xfrm>
          <a:prstGeom prst="rect">
            <a:avLst/>
          </a:prstGeom>
        </p:spPr>
      </p:pic>
      <p:pic>
        <p:nvPicPr>
          <p:cNvPr id="46" name="Elemento grafico 45">
            <a:extLst>
              <a:ext uri="{FF2B5EF4-FFF2-40B4-BE49-F238E27FC236}">
                <a16:creationId xmlns:a16="http://schemas.microsoft.com/office/drawing/2014/main" id="{12F9B730-20D9-1A37-1591-8B3EB3F7F4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05441" y="4992008"/>
            <a:ext cx="241300" cy="228600"/>
          </a:xfrm>
          <a:prstGeom prst="rect">
            <a:avLst/>
          </a:prstGeom>
        </p:spPr>
      </p:pic>
      <p:pic>
        <p:nvPicPr>
          <p:cNvPr id="47" name="Elemento grafico 46">
            <a:extLst>
              <a:ext uri="{FF2B5EF4-FFF2-40B4-BE49-F238E27FC236}">
                <a16:creationId xmlns:a16="http://schemas.microsoft.com/office/drawing/2014/main" id="{AE4E36EF-65E9-CE15-B190-36083CADE1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05441" y="5474421"/>
            <a:ext cx="241300" cy="228600"/>
          </a:xfrm>
          <a:prstGeom prst="rect">
            <a:avLst/>
          </a:prstGeom>
        </p:spPr>
      </p:pic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A020D16E-5A4E-06CD-F743-5DBFE3BA11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5975" y="4083318"/>
            <a:ext cx="228570" cy="228570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7E3E14C3-114F-6A1E-9CBB-CE2332E17E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9107" y="4087700"/>
            <a:ext cx="241300" cy="228600"/>
          </a:xfrm>
          <a:prstGeom prst="rect">
            <a:avLst/>
          </a:prstGeom>
        </p:spPr>
      </p:pic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4F294F2A-0CEE-E0B4-89AF-F4DF80A0AB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05441" y="4088313"/>
            <a:ext cx="241300" cy="228600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475734B5-E266-52CE-C4ED-5D4D8CD06D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9107" y="4496481"/>
            <a:ext cx="241300" cy="228600"/>
          </a:xfrm>
          <a:prstGeom prst="rect">
            <a:avLst/>
          </a:prstGeom>
        </p:spPr>
      </p:pic>
      <p:pic>
        <p:nvPicPr>
          <p:cNvPr id="26" name="Elemento grafico 25">
            <a:extLst>
              <a:ext uri="{FF2B5EF4-FFF2-40B4-BE49-F238E27FC236}">
                <a16:creationId xmlns:a16="http://schemas.microsoft.com/office/drawing/2014/main" id="{71228FB5-E03B-7610-2CCB-2154877118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11806" y="4501284"/>
            <a:ext cx="228570" cy="228570"/>
          </a:xfrm>
          <a:prstGeom prst="rect">
            <a:avLst/>
          </a:prstGeom>
        </p:spPr>
      </p:pic>
      <p:pic>
        <p:nvPicPr>
          <p:cNvPr id="29" name="Elemento grafico 28">
            <a:extLst>
              <a:ext uri="{FF2B5EF4-FFF2-40B4-BE49-F238E27FC236}">
                <a16:creationId xmlns:a16="http://schemas.microsoft.com/office/drawing/2014/main" id="{6DBEFC49-035D-C6FC-0681-658E8F4AB5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11806" y="3639340"/>
            <a:ext cx="228570" cy="228570"/>
          </a:xfrm>
          <a:prstGeom prst="rect">
            <a:avLst/>
          </a:prstGeom>
        </p:spPr>
      </p:pic>
      <p:sp>
        <p:nvSpPr>
          <p:cNvPr id="6" name="Ovale 5">
            <a:extLst>
              <a:ext uri="{FF2B5EF4-FFF2-40B4-BE49-F238E27FC236}">
                <a16:creationId xmlns:a16="http://schemas.microsoft.com/office/drawing/2014/main" id="{F951DE2F-4CA3-88F2-79DD-9625FB098B04}"/>
              </a:ext>
            </a:extLst>
          </p:cNvPr>
          <p:cNvSpPr>
            <a:spLocks noChangeAspect="1"/>
          </p:cNvSpPr>
          <p:nvPr/>
        </p:nvSpPr>
        <p:spPr>
          <a:xfrm>
            <a:off x="4707079" y="3174203"/>
            <a:ext cx="319013" cy="316310"/>
          </a:xfrm>
          <a:prstGeom prst="ellipse">
            <a:avLst/>
          </a:prstGeom>
          <a:noFill/>
          <a:ln>
            <a:gradFill flip="none" rotWithShape="1">
              <a:gsLst>
                <a:gs pos="1000">
                  <a:srgbClr val="5A0FD4"/>
                </a:gs>
                <a:gs pos="70000">
                  <a:srgbClr val="E1D1FB"/>
                </a:gs>
                <a:gs pos="35000">
                  <a:schemeClr val="accent1">
                    <a:lumMod val="5000"/>
                    <a:lumOff val="95000"/>
                  </a:schemeClr>
                </a:gs>
                <a:gs pos="100000">
                  <a:srgbClr val="5A0FD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CDC8B479-791F-9487-2C47-499BF17BB555}"/>
              </a:ext>
            </a:extLst>
          </p:cNvPr>
          <p:cNvSpPr/>
          <p:nvPr/>
        </p:nvSpPr>
        <p:spPr>
          <a:xfrm>
            <a:off x="4696688" y="4038907"/>
            <a:ext cx="319013" cy="316310"/>
          </a:xfrm>
          <a:prstGeom prst="ellipse">
            <a:avLst/>
          </a:prstGeom>
          <a:noFill/>
          <a:ln>
            <a:gradFill flip="none" rotWithShape="1">
              <a:gsLst>
                <a:gs pos="1000">
                  <a:srgbClr val="5A0FD4"/>
                </a:gs>
                <a:gs pos="70000">
                  <a:srgbClr val="E1D1FB"/>
                </a:gs>
                <a:gs pos="35000">
                  <a:schemeClr val="accent1">
                    <a:lumMod val="5000"/>
                    <a:lumOff val="95000"/>
                  </a:schemeClr>
                </a:gs>
                <a:gs pos="100000">
                  <a:srgbClr val="5A0FD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BCC526EE-1726-9D69-49F1-FACF1E13190A}"/>
              </a:ext>
            </a:extLst>
          </p:cNvPr>
          <p:cNvSpPr/>
          <p:nvPr/>
        </p:nvSpPr>
        <p:spPr>
          <a:xfrm>
            <a:off x="4707079" y="4946837"/>
            <a:ext cx="319013" cy="316310"/>
          </a:xfrm>
          <a:prstGeom prst="ellipse">
            <a:avLst/>
          </a:prstGeom>
          <a:noFill/>
          <a:ln>
            <a:gradFill flip="none" rotWithShape="1">
              <a:gsLst>
                <a:gs pos="1000">
                  <a:srgbClr val="5A0FD4"/>
                </a:gs>
                <a:gs pos="70000">
                  <a:srgbClr val="E1D1FB"/>
                </a:gs>
                <a:gs pos="35000">
                  <a:schemeClr val="accent1">
                    <a:lumMod val="5000"/>
                    <a:lumOff val="95000"/>
                  </a:schemeClr>
                </a:gs>
                <a:gs pos="100000">
                  <a:srgbClr val="5A0FD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F80D1FCD-EEDD-3D73-A2F4-F3DBEC7F624A}"/>
              </a:ext>
            </a:extLst>
          </p:cNvPr>
          <p:cNvSpPr/>
          <p:nvPr/>
        </p:nvSpPr>
        <p:spPr>
          <a:xfrm>
            <a:off x="4707079" y="5425997"/>
            <a:ext cx="319013" cy="316310"/>
          </a:xfrm>
          <a:prstGeom prst="ellipse">
            <a:avLst/>
          </a:prstGeom>
          <a:noFill/>
          <a:ln>
            <a:gradFill flip="none" rotWithShape="1">
              <a:gsLst>
                <a:gs pos="1000">
                  <a:srgbClr val="5A0FD4"/>
                </a:gs>
                <a:gs pos="70000">
                  <a:srgbClr val="E1D1FB"/>
                </a:gs>
                <a:gs pos="35000">
                  <a:schemeClr val="accent1">
                    <a:lumMod val="5000"/>
                    <a:lumOff val="95000"/>
                  </a:schemeClr>
                </a:gs>
                <a:gs pos="100000">
                  <a:srgbClr val="5A0FD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1413075-1DA2-C9CC-7D96-D068116BB1DA}"/>
              </a:ext>
            </a:extLst>
          </p:cNvPr>
          <p:cNvSpPr txBox="1"/>
          <p:nvPr/>
        </p:nvSpPr>
        <p:spPr>
          <a:xfrm>
            <a:off x="4845430" y="3102657"/>
            <a:ext cx="2792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rgbClr val="5A0FD4"/>
                </a:solidFill>
              </a:rPr>
              <a:t>✦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B6D70A1-0D3D-967A-DF0B-7025E0110D76}"/>
              </a:ext>
            </a:extLst>
          </p:cNvPr>
          <p:cNvSpPr txBox="1"/>
          <p:nvPr/>
        </p:nvSpPr>
        <p:spPr>
          <a:xfrm>
            <a:off x="4845430" y="3967362"/>
            <a:ext cx="2792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rgbClr val="5A0FD4"/>
                </a:solidFill>
              </a:rPr>
              <a:t>✦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3E742C8-6CBB-0E7B-ACF5-C523B398AA9C}"/>
              </a:ext>
            </a:extLst>
          </p:cNvPr>
          <p:cNvSpPr txBox="1"/>
          <p:nvPr/>
        </p:nvSpPr>
        <p:spPr>
          <a:xfrm>
            <a:off x="4845430" y="4875292"/>
            <a:ext cx="2792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rgbClr val="5A0FD4"/>
                </a:solidFill>
              </a:rPr>
              <a:t>✦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C29391F2-7A03-DAEB-97F5-FA678BF9589D}"/>
              </a:ext>
            </a:extLst>
          </p:cNvPr>
          <p:cNvSpPr txBox="1"/>
          <p:nvPr/>
        </p:nvSpPr>
        <p:spPr>
          <a:xfrm>
            <a:off x="4845430" y="5364391"/>
            <a:ext cx="2792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rgbClr val="5A0FD4"/>
                </a:solidFill>
              </a:rPr>
              <a:t>✦</a:t>
            </a:r>
          </a:p>
        </p:txBody>
      </p:sp>
      <p:sp>
        <p:nvSpPr>
          <p:cNvPr id="83" name="Segnaposto testo 63">
            <a:extLst>
              <a:ext uri="{FF2B5EF4-FFF2-40B4-BE49-F238E27FC236}">
                <a16:creationId xmlns:a16="http://schemas.microsoft.com/office/drawing/2014/main" id="{A32C144C-D8FA-4A0A-430A-BCED4E259C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GenAI accessibility suite</a:t>
            </a:r>
          </a:p>
        </p:txBody>
      </p:sp>
      <p:sp>
        <p:nvSpPr>
          <p:cNvPr id="85" name="Segnaposto testo 65">
            <a:extLst>
              <a:ext uri="{FF2B5EF4-FFF2-40B4-BE49-F238E27FC236}">
                <a16:creationId xmlns:a16="http://schemas.microsoft.com/office/drawing/2014/main" id="{6192A1FA-CC15-EC14-0AB5-B664E6983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931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D2116-B1D0-06B5-F1D6-B4CC433B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3C8E2271-B17B-9796-D55B-E2A93892E6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32243" y="1150096"/>
            <a:ext cx="1254692" cy="364265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F15D475-4716-C370-B3F9-87D6B2873012}"/>
              </a:ext>
            </a:extLst>
          </p:cNvPr>
          <p:cNvSpPr txBox="1"/>
          <p:nvPr/>
        </p:nvSpPr>
        <p:spPr>
          <a:xfrm>
            <a:off x="460702" y="1101396"/>
            <a:ext cx="2963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gradFill flip="none" rotWithShape="1">
                  <a:gsLst>
                    <a:gs pos="0">
                      <a:srgbClr val="F0EDE9"/>
                    </a:gs>
                    <a:gs pos="100000">
                      <a:srgbClr val="D2AAF8"/>
                    </a:gs>
                  </a:gsLst>
                  <a:lin ang="10800000" scaled="1"/>
                  <a:tileRect/>
                </a:gradFill>
                <a:latin typeface="Graphik Medium" panose="020B0503030202060203" pitchFamily="34" charset="77"/>
                <a:cs typeface="Arial"/>
              </a:rPr>
              <a:t>Future outlook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2C4A4B2-522F-6975-5F4E-6DF3A5A1867B}"/>
              </a:ext>
            </a:extLst>
          </p:cNvPr>
          <p:cNvSpPr txBox="1"/>
          <p:nvPr/>
        </p:nvSpPr>
        <p:spPr>
          <a:xfrm>
            <a:off x="507949" y="2200752"/>
            <a:ext cx="23242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3200">
                <a:gradFill>
                  <a:gsLst>
                    <a:gs pos="0">
                      <a:srgbClr val="F0EDE9"/>
                    </a:gs>
                    <a:gs pos="100000">
                      <a:srgbClr val="D2AAF8"/>
                    </a:gs>
                  </a:gsLst>
                  <a:lin ang="10800000" scaled="1"/>
                </a:gradFill>
                <a:latin typeface="Graphik Light" panose="020B0403030202060203" pitchFamily="34" charset="77"/>
                <a:cs typeface="Arial"/>
              </a:defRPr>
            </a:lvl1pPr>
          </a:lstStyle>
          <a:p>
            <a:r>
              <a:rPr lang="en-US"/>
              <a:t>Technical Scalability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8E7C82E-A1DA-172C-4707-4CCA67FE9BBC}"/>
              </a:ext>
            </a:extLst>
          </p:cNvPr>
          <p:cNvSpPr txBox="1"/>
          <p:nvPr/>
        </p:nvSpPr>
        <p:spPr>
          <a:xfrm>
            <a:off x="4401624" y="2200752"/>
            <a:ext cx="36208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3200">
                <a:gradFill>
                  <a:gsLst>
                    <a:gs pos="0">
                      <a:srgbClr val="F0EDE9"/>
                    </a:gs>
                    <a:gs pos="100000">
                      <a:srgbClr val="D2AAF8"/>
                    </a:gs>
                  </a:gsLst>
                  <a:lin ang="10800000" scaled="1"/>
                </a:gradFill>
                <a:latin typeface="Graphik Light" panose="020B0403030202060203" pitchFamily="34" charset="77"/>
                <a:cs typeface="Arial"/>
              </a:defRPr>
            </a:lvl1pPr>
          </a:lstStyle>
          <a:p>
            <a:r>
              <a:rPr lang="en-US"/>
              <a:t>Expansion of AIDA’s skills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549E8A8-294E-CA57-4117-EC50BFCF681D}"/>
              </a:ext>
            </a:extLst>
          </p:cNvPr>
          <p:cNvSpPr txBox="1"/>
          <p:nvPr/>
        </p:nvSpPr>
        <p:spPr>
          <a:xfrm>
            <a:off x="8474457" y="2691507"/>
            <a:ext cx="28424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gradFill>
                  <a:gsLst>
                    <a:gs pos="0">
                      <a:srgbClr val="F0EDE9"/>
                    </a:gs>
                    <a:gs pos="100000">
                      <a:srgbClr val="D2AAF8"/>
                    </a:gs>
                  </a:gsLst>
                  <a:lin ang="10800000" scaled="1"/>
                </a:gradFill>
                <a:latin typeface="Graphik Light" panose="020B0403030202060203" pitchFamily="34" charset="77"/>
                <a:cs typeface="Arial"/>
              </a:rPr>
              <a:t>Certifications</a:t>
            </a:r>
          </a:p>
        </p:txBody>
      </p:sp>
      <p:cxnSp>
        <p:nvCxnSpPr>
          <p:cNvPr id="13" name="Connettore dritto 12">
            <a:extLst>
              <a:ext uri="{FF2B5EF4-FFF2-40B4-BE49-F238E27FC236}">
                <a16:creationId xmlns:a16="http://schemas.microsoft.com/office/drawing/2014/main" id="{23DFDAEB-CEE6-91AE-4A9D-AC0C2CD6D169}"/>
              </a:ext>
            </a:extLst>
          </p:cNvPr>
          <p:cNvCxnSpPr/>
          <p:nvPr/>
        </p:nvCxnSpPr>
        <p:spPr>
          <a:xfrm>
            <a:off x="4074229" y="2057400"/>
            <a:ext cx="0" cy="480060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ritto 13">
            <a:extLst>
              <a:ext uri="{FF2B5EF4-FFF2-40B4-BE49-F238E27FC236}">
                <a16:creationId xmlns:a16="http://schemas.microsoft.com/office/drawing/2014/main" id="{E2BF19FC-F67C-80C6-D4A0-830C13EAB656}"/>
              </a:ext>
            </a:extLst>
          </p:cNvPr>
          <p:cNvCxnSpPr/>
          <p:nvPr/>
        </p:nvCxnSpPr>
        <p:spPr>
          <a:xfrm>
            <a:off x="8138229" y="2057400"/>
            <a:ext cx="0" cy="480060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ritto 14">
            <a:extLst>
              <a:ext uri="{FF2B5EF4-FFF2-40B4-BE49-F238E27FC236}">
                <a16:creationId xmlns:a16="http://schemas.microsoft.com/office/drawing/2014/main" id="{143FB451-1376-37CA-AC68-7D952424D39A}"/>
              </a:ext>
            </a:extLst>
          </p:cNvPr>
          <p:cNvCxnSpPr/>
          <p:nvPr/>
        </p:nvCxnSpPr>
        <p:spPr>
          <a:xfrm>
            <a:off x="10229" y="2057400"/>
            <a:ext cx="0" cy="480060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ritto 15">
            <a:extLst>
              <a:ext uri="{FF2B5EF4-FFF2-40B4-BE49-F238E27FC236}">
                <a16:creationId xmlns:a16="http://schemas.microsoft.com/office/drawing/2014/main" id="{E08A7844-95C9-7AE3-F940-696745F5F328}"/>
              </a:ext>
            </a:extLst>
          </p:cNvPr>
          <p:cNvCxnSpPr/>
          <p:nvPr/>
        </p:nvCxnSpPr>
        <p:spPr>
          <a:xfrm>
            <a:off x="12202229" y="2057400"/>
            <a:ext cx="0" cy="480060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AE8DBEA-14F6-3AB2-2406-9BBC686F0BB9}"/>
              </a:ext>
            </a:extLst>
          </p:cNvPr>
          <p:cNvSpPr txBox="1"/>
          <p:nvPr/>
        </p:nvSpPr>
        <p:spPr>
          <a:xfrm>
            <a:off x="8562144" y="3928007"/>
            <a:ext cx="350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Graphik Regular" panose="020B0503030202060203" pitchFamily="34" charset="77"/>
                <a:cs typeface="Arial"/>
              </a:defRPr>
            </a:lvl1pPr>
          </a:lstStyle>
          <a:p>
            <a:r>
              <a:rPr lang="en-US" b="1">
                <a:latin typeface="Graphik Semibold" panose="020B0503030202060203" pitchFamily="34" charset="77"/>
              </a:rPr>
              <a:t>ISO 9001 </a:t>
            </a:r>
            <a:r>
              <a:rPr lang="en-US">
                <a:latin typeface="Graphik Light" panose="020B0403030202060203" pitchFamily="34" charset="77"/>
              </a:rPr>
              <a:t>Quality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51E6170-BB4A-BA5D-ADFF-AE4BEF5B9A3D}"/>
              </a:ext>
            </a:extLst>
          </p:cNvPr>
          <p:cNvSpPr txBox="1"/>
          <p:nvPr/>
        </p:nvSpPr>
        <p:spPr>
          <a:xfrm>
            <a:off x="8562144" y="4544464"/>
            <a:ext cx="350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Graphik Regular" panose="020B0503030202060203" pitchFamily="34" charset="77"/>
                <a:cs typeface="Arial"/>
              </a:defRPr>
            </a:lvl1pPr>
          </a:lstStyle>
          <a:p>
            <a:r>
              <a:rPr lang="en-US" b="1">
                <a:latin typeface="Graphik Semibold" panose="020B0503030202060203" pitchFamily="34" charset="77"/>
              </a:rPr>
              <a:t>ISO 27001 </a:t>
            </a:r>
            <a:r>
              <a:rPr lang="en-US">
                <a:latin typeface="Graphik Light" panose="020B0403030202060203" pitchFamily="34" charset="77"/>
              </a:rPr>
              <a:t>Data Security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76F92F3-C617-30F5-0DBC-A716DF2CF944}"/>
              </a:ext>
            </a:extLst>
          </p:cNvPr>
          <p:cNvSpPr txBox="1"/>
          <p:nvPr/>
        </p:nvSpPr>
        <p:spPr>
          <a:xfrm>
            <a:off x="8562144" y="5160920"/>
            <a:ext cx="350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Graphik Regular" panose="020B0503030202060203" pitchFamily="34" charset="77"/>
                <a:cs typeface="Arial"/>
              </a:defRPr>
            </a:lvl1pPr>
          </a:lstStyle>
          <a:p>
            <a:r>
              <a:rPr lang="en-US" b="1">
                <a:latin typeface="Graphik Semibold" panose="020B0503030202060203" pitchFamily="34" charset="77"/>
              </a:rPr>
              <a:t>ISO 27701 </a:t>
            </a:r>
            <a:r>
              <a:rPr lang="en-US">
                <a:latin typeface="Graphik Light" panose="020B0403030202060203" pitchFamily="34" charset="77"/>
              </a:rPr>
              <a:t>Privacy</a:t>
            </a:r>
          </a:p>
        </p:txBody>
      </p:sp>
      <p:pic>
        <p:nvPicPr>
          <p:cNvPr id="24" name="Elemento grafico 23">
            <a:extLst>
              <a:ext uri="{FF2B5EF4-FFF2-40B4-BE49-F238E27FC236}">
                <a16:creationId xmlns:a16="http://schemas.microsoft.com/office/drawing/2014/main" id="{E418B747-178A-10D7-FD67-2EB2C96C18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20983" y="4065918"/>
            <a:ext cx="2059262" cy="1837496"/>
          </a:xfrm>
          <a:prstGeom prst="rect">
            <a:avLst/>
          </a:prstGeom>
        </p:spPr>
      </p:pic>
      <p:sp>
        <p:nvSpPr>
          <p:cNvPr id="25" name="Segnaposto testo 63">
            <a:extLst>
              <a:ext uri="{FF2B5EF4-FFF2-40B4-BE49-F238E27FC236}">
                <a16:creationId xmlns:a16="http://schemas.microsoft.com/office/drawing/2014/main" id="{30B6AF8D-9582-F2F2-5D28-819B17C21E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958" y="661206"/>
            <a:ext cx="5648294" cy="110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GenAI accessibility suite</a:t>
            </a:r>
          </a:p>
        </p:txBody>
      </p:sp>
      <p:sp>
        <p:nvSpPr>
          <p:cNvPr id="26" name="Segnaposto testo 65">
            <a:extLst>
              <a:ext uri="{FF2B5EF4-FFF2-40B4-BE49-F238E27FC236}">
                <a16:creationId xmlns:a16="http://schemas.microsoft.com/office/drawing/2014/main" id="{66773B57-C1C4-003C-8455-03D3FA3941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4958" y="402621"/>
            <a:ext cx="688686" cy="2215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15D63828-11E8-2701-6E7D-57BA045E4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5185" y="3928007"/>
            <a:ext cx="36208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Graphik Light" panose="020B0403030202060203" pitchFamily="34" charset="77"/>
                <a:cs typeface="Arial"/>
              </a:rPr>
              <a:t>E-commerce Conversion Rate Optimization Assessment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FE8566F6-29CC-A8E7-68ED-5F71DCCA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5184" y="4747154"/>
            <a:ext cx="32854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Graphik Light" panose="020B0403030202060203" pitchFamily="34" charset="77"/>
                <a:cs typeface="Arial"/>
              </a:rPr>
              <a:t>Brand Guidelines Assessment and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015126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viola, spazio, cerchio, oscurità&#10;&#10;Il contenuto generato dall'IA potrebbe non essere corretto.">
            <a:extLst>
              <a:ext uri="{FF2B5EF4-FFF2-40B4-BE49-F238E27FC236}">
                <a16:creationId xmlns:a16="http://schemas.microsoft.com/office/drawing/2014/main" id="{FFE13915-A6B3-687A-3FEF-274EE079AF0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"/>
          <a:stretch>
            <a:fillRect/>
          </a:stretch>
        </p:blipFill>
        <p:spPr>
          <a:xfrm>
            <a:off x="3510561" y="-1"/>
            <a:ext cx="8681440" cy="427977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8780408-FC27-267B-817F-45790EC4A470}"/>
              </a:ext>
            </a:extLst>
          </p:cNvPr>
          <p:cNvGrpSpPr/>
          <p:nvPr/>
        </p:nvGrpSpPr>
        <p:grpSpPr>
          <a:xfrm>
            <a:off x="873304" y="1315655"/>
            <a:ext cx="5476626" cy="4751142"/>
            <a:chOff x="6245847" y="1063980"/>
            <a:chExt cx="5476626" cy="4751142"/>
          </a:xfrm>
        </p:grpSpPr>
        <p:sp>
          <p:nvSpPr>
            <p:cNvPr id="26" name="TextBox 115">
              <a:extLst>
                <a:ext uri="{FF2B5EF4-FFF2-40B4-BE49-F238E27FC236}">
                  <a16:creationId xmlns:a16="http://schemas.microsoft.com/office/drawing/2014/main" id="{4AC0F9CE-860A-574A-39C1-4B0F80E066DE}"/>
                </a:ext>
              </a:extLst>
            </p:cNvPr>
            <p:cNvSpPr txBox="1"/>
            <p:nvPr/>
          </p:nvSpPr>
          <p:spPr>
            <a:xfrm>
              <a:off x="8832504" y="4350306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defTabSz="228554">
                <a:spcAft>
                  <a:spcPts val="1200"/>
                </a:spcAft>
              </a:pPr>
              <a:endParaRPr lang="en-US"/>
            </a:p>
          </p:txBody>
        </p:sp>
        <p:pic>
          <p:nvPicPr>
            <p:cNvPr id="27" name="Picture 93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B7FCBD59-761F-A283-0B05-60CE173EF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08446" y="3905742"/>
              <a:ext cx="1318403" cy="437931"/>
            </a:xfrm>
            <a:prstGeom prst="rect">
              <a:avLst/>
            </a:prstGeom>
          </p:spPr>
        </p:pic>
        <p:pic>
          <p:nvPicPr>
            <p:cNvPr id="28" name="Picture 97" descr="A black and white logo&#10;&#10;Description automatically generated">
              <a:extLst>
                <a:ext uri="{FF2B5EF4-FFF2-40B4-BE49-F238E27FC236}">
                  <a16:creationId xmlns:a16="http://schemas.microsoft.com/office/drawing/2014/main" id="{9FDBF4A7-DBD8-C20E-F3AE-F17420BB7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45847" y="1132697"/>
              <a:ext cx="869966" cy="582567"/>
            </a:xfrm>
            <a:prstGeom prst="rect">
              <a:avLst/>
            </a:prstGeom>
          </p:spPr>
        </p:pic>
        <p:pic>
          <p:nvPicPr>
            <p:cNvPr id="29" name="Picture 99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54104A6E-0739-7A5A-D13A-4314252D0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77951" y="1342568"/>
              <a:ext cx="951385" cy="228184"/>
            </a:xfrm>
            <a:prstGeom prst="rect">
              <a:avLst/>
            </a:prstGeom>
          </p:spPr>
        </p:pic>
        <p:pic>
          <p:nvPicPr>
            <p:cNvPr id="30" name="Picture 101" descr="A black and white logo&#10;&#10;Description automatically generated">
              <a:extLst>
                <a:ext uri="{FF2B5EF4-FFF2-40B4-BE49-F238E27FC236}">
                  <a16:creationId xmlns:a16="http://schemas.microsoft.com/office/drawing/2014/main" id="{25DA5BA6-2326-9DDD-03CB-22F127E72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58716" y="5207929"/>
              <a:ext cx="417649" cy="607193"/>
            </a:xfrm>
            <a:prstGeom prst="rect">
              <a:avLst/>
            </a:prstGeom>
          </p:spPr>
        </p:pic>
        <p:pic>
          <p:nvPicPr>
            <p:cNvPr id="31" name="Picture 103" descr="A black and white logo&#10;&#10;Description automatically generated">
              <a:extLst>
                <a:ext uri="{FF2B5EF4-FFF2-40B4-BE49-F238E27FC236}">
                  <a16:creationId xmlns:a16="http://schemas.microsoft.com/office/drawing/2014/main" id="{6EEF5D60-943A-1E65-CB2A-9B5CB5D37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54677" y="2694289"/>
              <a:ext cx="805381" cy="319006"/>
            </a:xfrm>
            <a:prstGeom prst="rect">
              <a:avLst/>
            </a:prstGeom>
          </p:spPr>
        </p:pic>
        <p:pic>
          <p:nvPicPr>
            <p:cNvPr id="32" name="Picture 105" descr="A black and white logo&#10;&#10;Description automatically generated">
              <a:extLst>
                <a:ext uri="{FF2B5EF4-FFF2-40B4-BE49-F238E27FC236}">
                  <a16:creationId xmlns:a16="http://schemas.microsoft.com/office/drawing/2014/main" id="{7A1A006B-8FF2-05BD-ABFF-09E544765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54873" y="2674531"/>
              <a:ext cx="893529" cy="257180"/>
            </a:xfrm>
            <a:prstGeom prst="rect">
              <a:avLst/>
            </a:prstGeom>
          </p:spPr>
        </p:pic>
        <p:pic>
          <p:nvPicPr>
            <p:cNvPr id="33" name="Picture 107" descr="A white logo with a black background&#10;&#10;Description automatically generated">
              <a:extLst>
                <a:ext uri="{FF2B5EF4-FFF2-40B4-BE49-F238E27FC236}">
                  <a16:creationId xmlns:a16="http://schemas.microsoft.com/office/drawing/2014/main" id="{B7CA9AE1-F19E-6145-61CF-FDB6943F8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27274" y="3972152"/>
              <a:ext cx="751174" cy="342408"/>
            </a:xfrm>
            <a:prstGeom prst="rect">
              <a:avLst/>
            </a:prstGeom>
          </p:spPr>
        </p:pic>
        <p:pic>
          <p:nvPicPr>
            <p:cNvPr id="34" name="Picture 109" descr="A black and white logo&#10;&#10;Description automatically generated">
              <a:extLst>
                <a:ext uri="{FF2B5EF4-FFF2-40B4-BE49-F238E27FC236}">
                  <a16:creationId xmlns:a16="http://schemas.microsoft.com/office/drawing/2014/main" id="{54C2BA97-7F4A-5902-F7EB-BAEF2615C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129718" y="5399791"/>
              <a:ext cx="819997" cy="320906"/>
            </a:xfrm>
            <a:prstGeom prst="rect">
              <a:avLst/>
            </a:prstGeom>
          </p:spPr>
        </p:pic>
        <p:pic>
          <p:nvPicPr>
            <p:cNvPr id="35" name="Picture 115" descr="A logo with white text&#10;&#10;Description automatically generated">
              <a:extLst>
                <a:ext uri="{FF2B5EF4-FFF2-40B4-BE49-F238E27FC236}">
                  <a16:creationId xmlns:a16="http://schemas.microsoft.com/office/drawing/2014/main" id="{AFD51AC7-5B49-FB69-DC84-73E9B012D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49274" y="2460521"/>
              <a:ext cx="1430653" cy="759265"/>
            </a:xfrm>
            <a:prstGeom prst="rect">
              <a:avLst/>
            </a:prstGeom>
          </p:spPr>
        </p:pic>
        <p:pic>
          <p:nvPicPr>
            <p:cNvPr id="36" name="Picture 117" descr="A black and white sign with white text&#10;&#10;Description automatically generated">
              <a:extLst>
                <a:ext uri="{FF2B5EF4-FFF2-40B4-BE49-F238E27FC236}">
                  <a16:creationId xmlns:a16="http://schemas.microsoft.com/office/drawing/2014/main" id="{F8DE82AC-2475-44F3-B615-6B92BA81C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41681" y="1376932"/>
              <a:ext cx="1037027" cy="224419"/>
            </a:xfrm>
            <a:prstGeom prst="rect">
              <a:avLst/>
            </a:prstGeom>
          </p:spPr>
        </p:pic>
        <p:pic>
          <p:nvPicPr>
            <p:cNvPr id="37" name="Picture 119" descr="A black and white logo&#10;&#10;Description automatically generated">
              <a:extLst>
                <a:ext uri="{FF2B5EF4-FFF2-40B4-BE49-F238E27FC236}">
                  <a16:creationId xmlns:a16="http://schemas.microsoft.com/office/drawing/2014/main" id="{AFEC5F37-5514-DF46-A928-3A068497C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93421" y="5416702"/>
              <a:ext cx="935915" cy="199662"/>
            </a:xfrm>
            <a:prstGeom prst="rect">
              <a:avLst/>
            </a:prstGeom>
          </p:spPr>
        </p:pic>
        <p:pic>
          <p:nvPicPr>
            <p:cNvPr id="39" name="Picture 123" descr="A white square with black text&#10;&#10;Description automatically generated">
              <a:extLst>
                <a:ext uri="{FF2B5EF4-FFF2-40B4-BE49-F238E27FC236}">
                  <a16:creationId xmlns:a16="http://schemas.microsoft.com/office/drawing/2014/main" id="{90A5CF85-906A-2800-04C4-760704DC2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93172" y="2612287"/>
              <a:ext cx="858931" cy="483149"/>
            </a:xfrm>
            <a:prstGeom prst="rect">
              <a:avLst/>
            </a:prstGeom>
          </p:spPr>
        </p:pic>
        <p:pic>
          <p:nvPicPr>
            <p:cNvPr id="40" name="Picture 127" descr="A black background with white text and a logo&#10;&#10;Description automatically generated">
              <a:extLst>
                <a:ext uri="{FF2B5EF4-FFF2-40B4-BE49-F238E27FC236}">
                  <a16:creationId xmlns:a16="http://schemas.microsoft.com/office/drawing/2014/main" id="{41F1D802-59E6-E9EB-FF04-B5AAD434B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93421" y="3686059"/>
              <a:ext cx="1429052" cy="914593"/>
            </a:xfrm>
            <a:prstGeom prst="rect">
              <a:avLst/>
            </a:prstGeom>
          </p:spPr>
        </p:pic>
        <p:pic>
          <p:nvPicPr>
            <p:cNvPr id="41" name="Picture 133" descr="A black background with white text&#10;&#10;Description automatically generated">
              <a:extLst>
                <a:ext uri="{FF2B5EF4-FFF2-40B4-BE49-F238E27FC236}">
                  <a16:creationId xmlns:a16="http://schemas.microsoft.com/office/drawing/2014/main" id="{5E716D15-CC97-7412-5681-414FDE3E9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41681" y="3983811"/>
              <a:ext cx="1052197" cy="246198"/>
            </a:xfrm>
            <a:prstGeom prst="rect">
              <a:avLst/>
            </a:prstGeom>
          </p:spPr>
        </p:pic>
        <p:pic>
          <p:nvPicPr>
            <p:cNvPr id="42" name="Picture 141" descr="A black and white logo&#10;&#10;Description automatically generated">
              <a:extLst>
                <a:ext uri="{FF2B5EF4-FFF2-40B4-BE49-F238E27FC236}">
                  <a16:creationId xmlns:a16="http://schemas.microsoft.com/office/drawing/2014/main" id="{8CA92BE7-7366-B438-3DB7-A1671021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64030" y="1063980"/>
              <a:ext cx="720000" cy="720000"/>
            </a:xfrm>
            <a:prstGeom prst="rect">
              <a:avLst/>
            </a:prstGeom>
          </p:spPr>
        </p:pic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584B114-5AC2-85C0-C972-DAE515A95AD8}"/>
              </a:ext>
            </a:extLst>
          </p:cNvPr>
          <p:cNvGrpSpPr/>
          <p:nvPr/>
        </p:nvGrpSpPr>
        <p:grpSpPr>
          <a:xfrm>
            <a:off x="6235164" y="1315655"/>
            <a:ext cx="5043954" cy="4836452"/>
            <a:chOff x="687023" y="1102466"/>
            <a:chExt cx="5179767" cy="4966681"/>
          </a:xfrm>
        </p:grpSpPr>
        <p:grpSp>
          <p:nvGrpSpPr>
            <p:cNvPr id="7" name="Group 1">
              <a:extLst>
                <a:ext uri="{FF2B5EF4-FFF2-40B4-BE49-F238E27FC236}">
                  <a16:creationId xmlns:a16="http://schemas.microsoft.com/office/drawing/2014/main" id="{16A6366D-D5C9-B29D-066F-F0CE067414C6}"/>
                </a:ext>
              </a:extLst>
            </p:cNvPr>
            <p:cNvGrpSpPr/>
            <p:nvPr/>
          </p:nvGrpSpPr>
          <p:grpSpPr>
            <a:xfrm>
              <a:off x="687023" y="1102466"/>
              <a:ext cx="5179767" cy="4966681"/>
              <a:chOff x="7179759" y="1781835"/>
              <a:chExt cx="4264782" cy="4089342"/>
            </a:xfrm>
          </p:grpSpPr>
          <p:pic>
            <p:nvPicPr>
              <p:cNvPr id="9" name="Immagine 2">
                <a:extLst>
                  <a:ext uri="{FF2B5EF4-FFF2-40B4-BE49-F238E27FC236}">
                    <a16:creationId xmlns:a16="http://schemas.microsoft.com/office/drawing/2014/main" id="{3AA02BA0-3AAD-AB00-0CAD-78AB59AC66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artisticGlowEdges/>
                        </a14:imgEffect>
                        <a14:imgEffect>
                          <a14:colorTemperature colorTemp="3316"/>
                        </a14:imgEffect>
                        <a14:imgEffect>
                          <a14:saturation sat="400000"/>
                        </a14:imgEffect>
                        <a14:imgEffect>
                          <a14:brightnessContrast bright="100000" contras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577737" y="2861462"/>
                <a:ext cx="659588" cy="659588"/>
              </a:xfrm>
              <a:prstGeom prst="rect">
                <a:avLst/>
              </a:prstGeom>
            </p:spPr>
          </p:pic>
          <p:pic>
            <p:nvPicPr>
              <p:cNvPr id="10" name="Immagine 23">
                <a:extLst>
                  <a:ext uri="{FF2B5EF4-FFF2-40B4-BE49-F238E27FC236}">
                    <a16:creationId xmlns:a16="http://schemas.microsoft.com/office/drawing/2014/main" id="{2E5848FF-6118-6346-7627-88FCEE1BFB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BEBA8EAE-BF5A-486C-A8C5-ECC9F3942E4B}">
                    <a14:imgProps xmlns:a14="http://schemas.microsoft.com/office/drawing/2010/main">
                      <a14:imgLayer r:embed="rId21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483795" y="4034451"/>
                <a:ext cx="698592" cy="479190"/>
              </a:xfrm>
              <a:prstGeom prst="rect">
                <a:avLst/>
              </a:prstGeom>
            </p:spPr>
          </p:pic>
          <p:pic>
            <p:nvPicPr>
              <p:cNvPr id="11" name="Picture 105" descr="A black and white logo&#10;&#10;Description automatically generated">
                <a:extLst>
                  <a:ext uri="{FF2B5EF4-FFF2-40B4-BE49-F238E27FC236}">
                    <a16:creationId xmlns:a16="http://schemas.microsoft.com/office/drawing/2014/main" id="{563D2582-D960-00B8-08C0-7D4AA73F8E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494302" y="1981705"/>
                <a:ext cx="854839" cy="144277"/>
              </a:xfrm>
              <a:prstGeom prst="rect">
                <a:avLst/>
              </a:prstGeom>
            </p:spPr>
          </p:pic>
          <p:pic>
            <p:nvPicPr>
              <p:cNvPr id="12" name="Immagine 72">
                <a:extLst>
                  <a:ext uri="{FF2B5EF4-FFF2-40B4-BE49-F238E27FC236}">
                    <a16:creationId xmlns:a16="http://schemas.microsoft.com/office/drawing/2014/main" id="{2F655D7A-748B-F7D2-E732-C8CA529BBC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 cstate="email">
                <a:extLst>
                  <a:ext uri="{BEBA8EAE-BF5A-486C-A8C5-ECC9F3942E4B}">
                    <a14:imgProps xmlns:a14="http://schemas.microsoft.com/office/drawing/2010/main">
                      <a14:imgLayer r:embed="rId24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30162" y="1781835"/>
                <a:ext cx="634004" cy="512814"/>
              </a:xfrm>
              <a:prstGeom prst="rect">
                <a:avLst/>
              </a:prstGeom>
            </p:spPr>
          </p:pic>
          <p:pic>
            <p:nvPicPr>
              <p:cNvPr id="13" name="Picture 16" descr="A white text on a black background&#10;&#10;Description automatically generated">
                <a:extLst>
                  <a:ext uri="{FF2B5EF4-FFF2-40B4-BE49-F238E27FC236}">
                    <a16:creationId xmlns:a16="http://schemas.microsoft.com/office/drawing/2014/main" id="{7E5A6B0B-34DA-5B96-73ED-BA6C602129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404975" y="1983503"/>
                <a:ext cx="768530" cy="147558"/>
              </a:xfrm>
              <a:prstGeom prst="rect">
                <a:avLst/>
              </a:prstGeom>
            </p:spPr>
          </p:pic>
          <p:pic>
            <p:nvPicPr>
              <p:cNvPr id="14" name="Immagine 10">
                <a:extLst>
                  <a:ext uri="{FF2B5EF4-FFF2-40B4-BE49-F238E27FC236}">
                    <a16:creationId xmlns:a16="http://schemas.microsoft.com/office/drawing/2014/main" id="{786B775A-D23F-32C2-F44B-1A3DC0906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 cstate="email">
                <a:biLevel thresh="25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353385" y="3119591"/>
                <a:ext cx="831737" cy="107216"/>
              </a:xfrm>
              <a:prstGeom prst="rect">
                <a:avLst/>
              </a:prstGeom>
            </p:spPr>
          </p:pic>
          <p:pic>
            <p:nvPicPr>
              <p:cNvPr id="15" name="Immagine 25">
                <a:extLst>
                  <a:ext uri="{FF2B5EF4-FFF2-40B4-BE49-F238E27FC236}">
                    <a16:creationId xmlns:a16="http://schemas.microsoft.com/office/drawing/2014/main" id="{56D2FBAD-AF65-5A3A-F4FA-20832E65B6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 cstate="email">
                <a:extLst>
                  <a:ext uri="{BEBA8EAE-BF5A-486C-A8C5-ECC9F3942E4B}">
                    <a14:imgProps xmlns:a14="http://schemas.microsoft.com/office/drawing/2010/main">
                      <a14:imgLayer r:embed="rId2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36769" y="3105273"/>
                <a:ext cx="606381" cy="223148"/>
              </a:xfrm>
              <a:prstGeom prst="rect">
                <a:avLst/>
              </a:prstGeom>
            </p:spPr>
          </p:pic>
          <p:pic>
            <p:nvPicPr>
              <p:cNvPr id="16" name="Picture 34">
                <a:extLst>
                  <a:ext uri="{FF2B5EF4-FFF2-40B4-BE49-F238E27FC236}">
                    <a16:creationId xmlns:a16="http://schemas.microsoft.com/office/drawing/2014/main" id="{BAE2360D-744B-BBE9-17E6-9D26B90475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7401297" y="3104941"/>
                <a:ext cx="521260" cy="2028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Immagine 64">
                <a:extLst>
                  <a:ext uri="{FF2B5EF4-FFF2-40B4-BE49-F238E27FC236}">
                    <a16:creationId xmlns:a16="http://schemas.microsoft.com/office/drawing/2014/main" id="{B6387CAC-1F8C-542D-34A2-957FC29F0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 cstate="email">
                <a:extLst>
                  <a:ext uri="{BEBA8EAE-BF5A-486C-A8C5-ECC9F3942E4B}">
                    <a14:imgProps xmlns:a14="http://schemas.microsoft.com/office/drawing/2010/main">
                      <a14:imgLayer r:embed="rId31">
                        <a14:imgEffect>
                          <a14:sharpenSoften amount="100000"/>
                        </a14:imgEffect>
                        <a14:imgEffect>
                          <a14:colorTemperature colorTemp="7200"/>
                        </a14:imgEffect>
                        <a14:imgEffect>
                          <a14:brightnessContrast bright="100000" contras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00242" y="4274046"/>
                <a:ext cx="744299" cy="157001"/>
              </a:xfrm>
              <a:prstGeom prst="rect">
                <a:avLst/>
              </a:prstGeom>
            </p:spPr>
          </p:pic>
          <p:pic>
            <p:nvPicPr>
              <p:cNvPr id="19" name="Immagine 7" descr="Immagine che contiene testo, clipart&#10;&#10;Descrizione generata automaticamente">
                <a:extLst>
                  <a:ext uri="{FF2B5EF4-FFF2-40B4-BE49-F238E27FC236}">
                    <a16:creationId xmlns:a16="http://schemas.microsoft.com/office/drawing/2014/main" id="{14B1FF4F-4654-11EA-770C-DC4DC2216B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307557" y="1963301"/>
                <a:ext cx="686498" cy="168985"/>
              </a:xfrm>
              <a:prstGeom prst="rect">
                <a:avLst/>
              </a:prstGeom>
            </p:spPr>
          </p:pic>
          <p:grpSp>
            <p:nvGrpSpPr>
              <p:cNvPr id="20" name="Gruppo 66">
                <a:extLst>
                  <a:ext uri="{FF2B5EF4-FFF2-40B4-BE49-F238E27FC236}">
                    <a16:creationId xmlns:a16="http://schemas.microsoft.com/office/drawing/2014/main" id="{4059FD76-59CF-CF14-A80B-59997D55F8F3}"/>
                  </a:ext>
                </a:extLst>
              </p:cNvPr>
              <p:cNvGrpSpPr/>
              <p:nvPr/>
            </p:nvGrpSpPr>
            <p:grpSpPr>
              <a:xfrm>
                <a:off x="8355265" y="4455958"/>
                <a:ext cx="1077597" cy="1415219"/>
                <a:chOff x="10622064" y="297455"/>
                <a:chExt cx="1077849" cy="1415547"/>
              </a:xfrm>
            </p:grpSpPr>
            <p:pic>
              <p:nvPicPr>
                <p:cNvPr id="24" name="Elemento grafico 21">
                  <a:extLst>
                    <a:ext uri="{FF2B5EF4-FFF2-40B4-BE49-F238E27FC236}">
                      <a16:creationId xmlns:a16="http://schemas.microsoft.com/office/drawing/2014/main" id="{60B53EF1-00C8-90F1-D207-3980F31D49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screen">
                  <a:lum bright="100000"/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3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22064" y="884842"/>
                  <a:ext cx="828160" cy="828160"/>
                </a:xfrm>
                <a:prstGeom prst="rect">
                  <a:avLst/>
                </a:prstGeom>
              </p:spPr>
            </p:pic>
            <p:sp>
              <p:nvSpPr>
                <p:cNvPr id="25" name="TextBox 115">
                  <a:extLst>
                    <a:ext uri="{FF2B5EF4-FFF2-40B4-BE49-F238E27FC236}">
                      <a16:creationId xmlns:a16="http://schemas.microsoft.com/office/drawing/2014/main" id="{D65CADF5-BDEC-2EF6-0237-950500387145}"/>
                    </a:ext>
                  </a:extLst>
                </p:cNvPr>
                <p:cNvSpPr txBox="1"/>
                <p:nvPr/>
              </p:nvSpPr>
              <p:spPr>
                <a:xfrm>
                  <a:off x="11699913" y="297455"/>
                  <a:ext cx="0" cy="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defTabSz="228554">
                    <a:spcAft>
                      <a:spcPts val="1200"/>
                    </a:spcAft>
                  </a:pPr>
                  <a:endParaRPr lang="en-US"/>
                </a:p>
              </p:txBody>
            </p:sp>
          </p:grpSp>
          <p:pic>
            <p:nvPicPr>
              <p:cNvPr id="22" name="Immagine 12">
                <a:extLst>
                  <a:ext uri="{FF2B5EF4-FFF2-40B4-BE49-F238E27FC236}">
                    <a16:creationId xmlns:a16="http://schemas.microsoft.com/office/drawing/2014/main" id="{4CF3EBEA-EFA3-4D0A-17BE-CC086CE2A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552679" y="4119716"/>
                <a:ext cx="764301" cy="331702"/>
              </a:xfrm>
              <a:prstGeom prst="rect">
                <a:avLst/>
              </a:prstGeom>
            </p:spPr>
          </p:pic>
          <p:pic>
            <p:nvPicPr>
              <p:cNvPr id="23" name="Elemento grafico 86">
                <a:extLst>
                  <a:ext uri="{FF2B5EF4-FFF2-40B4-BE49-F238E27FC236}">
                    <a16:creationId xmlns:a16="http://schemas.microsoft.com/office/drawing/2014/main" id="{FBE3C9CD-3085-B880-7C8B-AB09FE7BFB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7179759" y="3959653"/>
                <a:ext cx="1012696" cy="758397"/>
              </a:xfrm>
              <a:prstGeom prst="rect">
                <a:avLst/>
              </a:prstGeom>
            </p:spPr>
          </p:pic>
        </p:grpSp>
        <p:pic>
          <p:nvPicPr>
            <p:cNvPr id="8" name="Picture 147" descr="A black and white logo&#10;&#10;Description automatically generated">
              <a:extLst>
                <a:ext uri="{FF2B5EF4-FFF2-40B4-BE49-F238E27FC236}">
                  <a16:creationId xmlns:a16="http://schemas.microsoft.com/office/drawing/2014/main" id="{81431B38-C00A-7930-6B8B-3EA5939F8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2240" y="5497558"/>
              <a:ext cx="919527" cy="237648"/>
            </a:xfrm>
            <a:prstGeom prst="rect">
              <a:avLst/>
            </a:prstGeom>
          </p:spPr>
        </p:pic>
      </p:grpSp>
      <p:sp>
        <p:nvSpPr>
          <p:cNvPr id="82" name="Titolo 1">
            <a:extLst>
              <a:ext uri="{FF2B5EF4-FFF2-40B4-BE49-F238E27FC236}">
                <a16:creationId xmlns:a16="http://schemas.microsoft.com/office/drawing/2014/main" id="{069D1A38-5F1D-9E15-65CD-8E54D01896E5}"/>
              </a:ext>
            </a:extLst>
          </p:cNvPr>
          <p:cNvSpPr txBox="1">
            <a:spLocks/>
          </p:cNvSpPr>
          <p:nvPr/>
        </p:nvSpPr>
        <p:spPr>
          <a:xfrm>
            <a:off x="3837704" y="-1135603"/>
            <a:ext cx="5024452" cy="840230"/>
          </a:xfrm>
          <a:prstGeom prst="rect">
            <a:avLst/>
          </a:prstGeom>
          <a:noFill/>
        </p:spPr>
        <p:txBody>
          <a:bodyPr wrap="square" lIns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latin typeface="Graphik Regular" panose="020B0503030202060203" pitchFamily="34" charset="77"/>
              </a:rPr>
              <a:t>Storie di </a:t>
            </a:r>
            <a:r>
              <a:rPr lang="en-US" sz="1800" err="1">
                <a:latin typeface="Graphik Regular" panose="020B0503030202060203" pitchFamily="34" charset="77"/>
              </a:rPr>
              <a:t>successo</a:t>
            </a:r>
            <a:r>
              <a:rPr lang="en-US" sz="1800">
                <a:latin typeface="Graphik Regular" panose="020B0503030202060203" pitchFamily="34" charset="77"/>
              </a:rPr>
              <a:t> </a:t>
            </a:r>
            <a:r>
              <a:rPr lang="en-US" sz="1800" err="1">
                <a:latin typeface="Graphik Regular" panose="020B0503030202060203" pitchFamily="34" charset="77"/>
              </a:rPr>
              <a:t>raccontate</a:t>
            </a:r>
            <a:r>
              <a:rPr lang="en-US" sz="1800">
                <a:latin typeface="Graphik Regular" panose="020B0503030202060203" pitchFamily="34" charset="77"/>
              </a:rPr>
              <a:t> </a:t>
            </a:r>
            <a:r>
              <a:rPr lang="en-US" sz="1800" err="1">
                <a:latin typeface="Graphik Regular" panose="020B0503030202060203" pitchFamily="34" charset="77"/>
              </a:rPr>
              <a:t>dai</a:t>
            </a:r>
            <a:r>
              <a:rPr lang="en-US" sz="1800">
                <a:latin typeface="Graphik Regular" panose="020B0503030202060203" pitchFamily="34" charset="77"/>
              </a:rPr>
              <a:t> </a:t>
            </a:r>
            <a:r>
              <a:rPr lang="en-US" sz="1800" err="1">
                <a:latin typeface="Graphik Regular" panose="020B0503030202060203" pitchFamily="34" charset="77"/>
              </a:rPr>
              <a:t>risultati</a:t>
            </a:r>
            <a:r>
              <a:rPr lang="en-US" sz="1800">
                <a:latin typeface="Graphik Regular" panose="020B0503030202060203" pitchFamily="34" charset="77"/>
              </a:rPr>
              <a:t>: numeri </a:t>
            </a:r>
            <a:r>
              <a:rPr lang="en-US" sz="1800" err="1">
                <a:latin typeface="Graphik Regular" panose="020B0503030202060203" pitchFamily="34" charset="77"/>
              </a:rPr>
              <a:t>concreti</a:t>
            </a:r>
            <a:r>
              <a:rPr lang="en-US" sz="1800">
                <a:latin typeface="Graphik Regular" panose="020B0503030202060203" pitchFamily="34" charset="77"/>
              </a:rPr>
              <a:t> e </a:t>
            </a:r>
            <a:r>
              <a:rPr lang="en-US" sz="1800" err="1">
                <a:latin typeface="Graphik Regular" panose="020B0503030202060203" pitchFamily="34" charset="77"/>
              </a:rPr>
              <a:t>azioni</a:t>
            </a:r>
            <a:r>
              <a:rPr lang="en-US" sz="1800">
                <a:latin typeface="Graphik Regular" panose="020B0503030202060203" pitchFamily="34" charset="77"/>
              </a:rPr>
              <a:t> </a:t>
            </a:r>
            <a:r>
              <a:rPr lang="en-US" sz="1800" err="1">
                <a:latin typeface="Graphik Regular" panose="020B0503030202060203" pitchFamily="34" charset="77"/>
              </a:rPr>
              <a:t>mirate</a:t>
            </a:r>
            <a:r>
              <a:rPr lang="en-US" sz="1800">
                <a:latin typeface="Graphik Regular" panose="020B0503030202060203" pitchFamily="34" charset="77"/>
              </a:rPr>
              <a:t> che </a:t>
            </a:r>
            <a:r>
              <a:rPr lang="en-US" sz="1800" err="1">
                <a:latin typeface="Graphik Regular" panose="020B0503030202060203" pitchFamily="34" charset="77"/>
              </a:rPr>
              <a:t>hanno</a:t>
            </a:r>
            <a:r>
              <a:rPr lang="en-US" sz="1800">
                <a:latin typeface="Graphik Regular" panose="020B0503030202060203" pitchFamily="34" charset="77"/>
              </a:rPr>
              <a:t> </a:t>
            </a:r>
            <a:r>
              <a:rPr lang="en-US" sz="1800" err="1">
                <a:latin typeface="Graphik Regular" panose="020B0503030202060203" pitchFamily="34" charset="77"/>
              </a:rPr>
              <a:t>reso</a:t>
            </a:r>
            <a:r>
              <a:rPr lang="en-US" sz="1800">
                <a:latin typeface="Graphik Regular" panose="020B0503030202060203" pitchFamily="34" charset="77"/>
              </a:rPr>
              <a:t> i </a:t>
            </a:r>
            <a:r>
              <a:rPr lang="en-US" sz="1800" err="1">
                <a:latin typeface="Graphik Regular" panose="020B0503030202060203" pitchFamily="34" charset="77"/>
              </a:rPr>
              <a:t>progetti</a:t>
            </a:r>
            <a:r>
              <a:rPr lang="en-US" sz="1800">
                <a:latin typeface="Graphik Regular" panose="020B0503030202060203" pitchFamily="34" charset="77"/>
              </a:rPr>
              <a:t> </a:t>
            </a:r>
            <a:r>
              <a:rPr lang="en-US" sz="1800" err="1">
                <a:latin typeface="Graphik Regular" panose="020B0503030202060203" pitchFamily="34" charset="77"/>
              </a:rPr>
              <a:t>realmente</a:t>
            </a:r>
            <a:r>
              <a:rPr lang="en-US" sz="1800">
                <a:latin typeface="Graphik Regular" panose="020B0503030202060203" pitchFamily="34" charset="77"/>
              </a:rPr>
              <a:t> </a:t>
            </a:r>
            <a:r>
              <a:rPr lang="en-US" sz="1800" err="1">
                <a:latin typeface="Graphik Regular" panose="020B0503030202060203" pitchFamily="34" charset="77"/>
              </a:rPr>
              <a:t>accessibili</a:t>
            </a:r>
            <a:r>
              <a:rPr lang="en-US" sz="1800">
                <a:latin typeface="Graphik Regular" panose="020B0503030202060203" pitchFamily="34" charset="77"/>
              </a:rPr>
              <a:t>.</a:t>
            </a:r>
          </a:p>
        </p:txBody>
      </p:sp>
      <p:sp>
        <p:nvSpPr>
          <p:cNvPr id="45" name="Segnaposto testo 3">
            <a:extLst>
              <a:ext uri="{FF2B5EF4-FFF2-40B4-BE49-F238E27FC236}">
                <a16:creationId xmlns:a16="http://schemas.microsoft.com/office/drawing/2014/main" id="{57B0E02D-2F34-E5CB-DED2-9D41267788AE}"/>
              </a:ext>
            </a:extLst>
          </p:cNvPr>
          <p:cNvSpPr txBox="1">
            <a:spLocks/>
          </p:cNvSpPr>
          <p:nvPr/>
        </p:nvSpPr>
        <p:spPr>
          <a:xfrm>
            <a:off x="522239" y="453644"/>
            <a:ext cx="4128162" cy="4985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>
                <a:solidFill>
                  <a:schemeClr val="bg1"/>
                </a:solidFill>
                <a:latin typeface="Graphik Regular" panose="020B0503030202060203" pitchFamily="34" charset="77"/>
              </a:rPr>
              <a:t>Our Clients</a:t>
            </a:r>
            <a:endParaRPr lang="en-US" sz="3600">
              <a:solidFill>
                <a:schemeClr val="bg1"/>
              </a:solidFill>
              <a:latin typeface="Graphik Medium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14359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131671B-977D-CACB-7F6F-C92D9D74626C}"/>
              </a:ext>
            </a:extLst>
          </p:cNvPr>
          <p:cNvSpPr/>
          <p:nvPr/>
        </p:nvSpPr>
        <p:spPr>
          <a:xfrm>
            <a:off x="705336" y="859259"/>
            <a:ext cx="2316759" cy="6966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noProof="0">
                <a:solidFill>
                  <a:schemeClr val="tx1"/>
                </a:solidFill>
                <a:latin typeface="Graphik Light" panose="020B0403030202060203" pitchFamily="34" charset="77"/>
              </a:rPr>
              <a:t>Contacts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C4B26390-3144-A0CB-EAE9-0EB2F6AC2BDC}"/>
              </a:ext>
            </a:extLst>
          </p:cNvPr>
          <p:cNvGrpSpPr/>
          <p:nvPr/>
        </p:nvGrpSpPr>
        <p:grpSpPr>
          <a:xfrm>
            <a:off x="705336" y="2106305"/>
            <a:ext cx="2535784" cy="2766554"/>
            <a:chOff x="715275" y="1878496"/>
            <a:chExt cx="2535784" cy="2766554"/>
          </a:xfrm>
        </p:grpSpPr>
        <p:sp>
          <p:nvSpPr>
            <p:cNvPr id="6" name="Rettangolo con angoli arrotondati 5">
              <a:extLst>
                <a:ext uri="{FF2B5EF4-FFF2-40B4-BE49-F238E27FC236}">
                  <a16:creationId xmlns:a16="http://schemas.microsoft.com/office/drawing/2014/main" id="{ABD4B28E-F1B0-6460-BC58-E6E3E02FF7B5}"/>
                </a:ext>
              </a:extLst>
            </p:cNvPr>
            <p:cNvSpPr/>
            <p:nvPr/>
          </p:nvSpPr>
          <p:spPr>
            <a:xfrm>
              <a:off x="715275" y="1878496"/>
              <a:ext cx="2525846" cy="276307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0D42C3C5-01D1-63A9-8D61-E36A528D9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5275" y="2027583"/>
              <a:ext cx="2535784" cy="2617467"/>
            </a:xfrm>
            <a:custGeom>
              <a:avLst/>
              <a:gdLst>
                <a:gd name="csX0" fmla="*/ 422639 w 2535784"/>
                <a:gd name="csY0" fmla="*/ 0 h 2617467"/>
                <a:gd name="csX1" fmla="*/ 2113145 w 2535784"/>
                <a:gd name="csY1" fmla="*/ 0 h 2617467"/>
                <a:gd name="csX2" fmla="*/ 2535784 w 2535784"/>
                <a:gd name="csY2" fmla="*/ 422639 h 2617467"/>
                <a:gd name="csX3" fmla="*/ 2535784 w 2535784"/>
                <a:gd name="csY3" fmla="*/ 2194828 h 2617467"/>
                <a:gd name="csX4" fmla="*/ 2113145 w 2535784"/>
                <a:gd name="csY4" fmla="*/ 2617467 h 2617467"/>
                <a:gd name="csX5" fmla="*/ 422639 w 2535784"/>
                <a:gd name="csY5" fmla="*/ 2617467 h 2617467"/>
                <a:gd name="csX6" fmla="*/ 0 w 2535784"/>
                <a:gd name="csY6" fmla="*/ 2194828 h 2617467"/>
                <a:gd name="csX7" fmla="*/ 0 w 2535784"/>
                <a:gd name="csY7" fmla="*/ 422639 h 2617467"/>
                <a:gd name="csX8" fmla="*/ 422639 w 2535784"/>
                <a:gd name="csY8" fmla="*/ 0 h 2617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35784" h="2617467">
                  <a:moveTo>
                    <a:pt x="422639" y="0"/>
                  </a:moveTo>
                  <a:lnTo>
                    <a:pt x="2113145" y="0"/>
                  </a:lnTo>
                  <a:cubicBezTo>
                    <a:pt x="2346562" y="0"/>
                    <a:pt x="2535784" y="189222"/>
                    <a:pt x="2535784" y="422639"/>
                  </a:cubicBezTo>
                  <a:lnTo>
                    <a:pt x="2535784" y="2194828"/>
                  </a:lnTo>
                  <a:cubicBezTo>
                    <a:pt x="2535784" y="2428245"/>
                    <a:pt x="2346562" y="2617467"/>
                    <a:pt x="2113145" y="2617467"/>
                  </a:cubicBezTo>
                  <a:lnTo>
                    <a:pt x="422639" y="2617467"/>
                  </a:lnTo>
                  <a:cubicBezTo>
                    <a:pt x="189222" y="2617467"/>
                    <a:pt x="0" y="2428245"/>
                    <a:pt x="0" y="2194828"/>
                  </a:cubicBezTo>
                  <a:lnTo>
                    <a:pt x="0" y="422639"/>
                  </a:lnTo>
                  <a:cubicBezTo>
                    <a:pt x="0" y="189222"/>
                    <a:pt x="189222" y="0"/>
                    <a:pt x="422639" y="0"/>
                  </a:cubicBezTo>
                  <a:close/>
                </a:path>
              </a:pathLst>
            </a:custGeom>
          </p:spPr>
        </p:pic>
      </p:grpSp>
      <p:sp>
        <p:nvSpPr>
          <p:cNvPr id="8" name="CasellaDiTesto 22">
            <a:extLst>
              <a:ext uri="{FF2B5EF4-FFF2-40B4-BE49-F238E27FC236}">
                <a16:creationId xmlns:a16="http://schemas.microsoft.com/office/drawing/2014/main" id="{D3AF7836-BC9D-FD64-3923-4619AD0E8ACB}"/>
              </a:ext>
            </a:extLst>
          </p:cNvPr>
          <p:cNvSpPr txBox="1"/>
          <p:nvPr/>
        </p:nvSpPr>
        <p:spPr>
          <a:xfrm>
            <a:off x="3426819" y="1927508"/>
            <a:ext cx="43021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Graphik Medium" panose="020B0503030202060203" pitchFamily="34" charset="77"/>
              </a:rPr>
              <a:t>Fabrizio Lo Presti</a:t>
            </a:r>
          </a:p>
        </p:txBody>
      </p:sp>
      <p:sp>
        <p:nvSpPr>
          <p:cNvPr id="9" name="CasellaDiTesto 22">
            <a:extLst>
              <a:ext uri="{FF2B5EF4-FFF2-40B4-BE49-F238E27FC236}">
                <a16:creationId xmlns:a16="http://schemas.microsoft.com/office/drawing/2014/main" id="{76A4DB3C-AD3F-9F91-2F8B-4636945D74DC}"/>
              </a:ext>
            </a:extLst>
          </p:cNvPr>
          <p:cNvSpPr txBox="1"/>
          <p:nvPr/>
        </p:nvSpPr>
        <p:spPr>
          <a:xfrm>
            <a:off x="3436758" y="2389173"/>
            <a:ext cx="43021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Graphik Regular" panose="020B0503030202060203" pitchFamily="34" charset="77"/>
              </a:rPr>
              <a:t>Experience Director</a:t>
            </a:r>
          </a:p>
          <a:p>
            <a:r>
              <a:rPr lang="en-US" sz="2000">
                <a:latin typeface="Graphik Regular" panose="020B0503030202060203" pitchFamily="34" charset="77"/>
              </a:rPr>
              <a:t>Accenture SONG</a:t>
            </a:r>
          </a:p>
          <a:p>
            <a:r>
              <a:rPr lang="en-US" sz="2000">
                <a:latin typeface="Graphik Regular" panose="020B0503030202060203" pitchFamily="34" charset="77"/>
              </a:rPr>
              <a:t>Design &amp; Digital Products</a:t>
            </a:r>
          </a:p>
        </p:txBody>
      </p:sp>
      <p:pic>
        <p:nvPicPr>
          <p:cNvPr id="14" name="Immagine 13" descr="Immagine che contiene Elementi grafici, Carattere, grafica, clipart&#10;&#10;Il contenuto generato dall'IA potrebbe non essere corretto.">
            <a:extLst>
              <a:ext uri="{FF2B5EF4-FFF2-40B4-BE49-F238E27FC236}">
                <a16:creationId xmlns:a16="http://schemas.microsoft.com/office/drawing/2014/main" id="{B961C4DF-7A57-1105-3928-D9906B744AC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6819" y="3404836"/>
            <a:ext cx="1655820" cy="165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73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2FFF"/>
            </a:gs>
            <a:gs pos="84000">
              <a:srgbClr val="8134FF"/>
            </a:gs>
            <a:gs pos="100000">
              <a:srgbClr val="A33EFF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206DDC-7C94-2950-3ED5-1F5E2268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BF25FBC-6B67-915D-8577-CDF5746A9DB1}"/>
              </a:ext>
            </a:extLst>
          </p:cNvPr>
          <p:cNvSpPr txBox="1"/>
          <p:nvPr/>
        </p:nvSpPr>
        <p:spPr>
          <a:xfrm>
            <a:off x="1901840" y="2828835"/>
            <a:ext cx="83883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7200" spc="-150">
                <a:solidFill>
                  <a:schemeClr val="bg1"/>
                </a:solidFill>
                <a:latin typeface="Graphik Regular" panose="020B0503030202060203" pitchFamily="34" charset="77"/>
              </a:rPr>
              <a:t>Thank You.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24637A6-D74E-5F62-304F-FE02F3CBC804}"/>
              </a:ext>
            </a:extLst>
          </p:cNvPr>
          <p:cNvSpPr txBox="1"/>
          <p:nvPr/>
        </p:nvSpPr>
        <p:spPr>
          <a:xfrm>
            <a:off x="13480474" y="692568"/>
            <a:ext cx="720435" cy="861774"/>
          </a:xfrm>
          <a:prstGeom prst="rect">
            <a:avLst/>
          </a:prstGeom>
          <a:solidFill>
            <a:srgbClr val="8906FF"/>
          </a:solidFill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Aft>
                <a:spcPts val="0"/>
              </a:spcAft>
            </a:pPr>
            <a:endParaRPr lang="en-US" sz="5000" b="0" spc="-119">
              <a:solidFill>
                <a:srgbClr val="6609FB"/>
              </a:solidFill>
              <a:ea typeface="+mn-ea"/>
              <a:cs typeface="Arial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D1324BB-0BA7-072D-DB98-7099E9EED214}"/>
              </a:ext>
            </a:extLst>
          </p:cNvPr>
          <p:cNvSpPr txBox="1"/>
          <p:nvPr/>
        </p:nvSpPr>
        <p:spPr>
          <a:xfrm>
            <a:off x="13480474" y="1784481"/>
            <a:ext cx="720435" cy="861774"/>
          </a:xfrm>
          <a:prstGeom prst="rect">
            <a:avLst/>
          </a:prstGeom>
          <a:solidFill>
            <a:srgbClr val="702FFF"/>
          </a:solidFill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Aft>
                <a:spcPts val="0"/>
              </a:spcAft>
            </a:pPr>
            <a:endParaRPr lang="en-US" sz="5000" b="0" spc="-119">
              <a:solidFill>
                <a:srgbClr val="6609FB"/>
              </a:solidFill>
              <a:ea typeface="+mn-ea"/>
              <a:cs typeface="Arial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29271B5-A187-3164-6E76-1B8DBE88B0D0}"/>
              </a:ext>
            </a:extLst>
          </p:cNvPr>
          <p:cNvSpPr txBox="1"/>
          <p:nvPr/>
        </p:nvSpPr>
        <p:spPr>
          <a:xfrm>
            <a:off x="13480474" y="2876394"/>
            <a:ext cx="720435" cy="861774"/>
          </a:xfrm>
          <a:prstGeom prst="rect">
            <a:avLst/>
          </a:prstGeom>
          <a:solidFill>
            <a:srgbClr val="7869FF"/>
          </a:solidFill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Aft>
                <a:spcPts val="0"/>
              </a:spcAft>
            </a:pPr>
            <a:endParaRPr lang="en-US" sz="5000" b="0" spc="-119">
              <a:solidFill>
                <a:srgbClr val="6609FB"/>
              </a:solidFill>
              <a:ea typeface="+mn-ea"/>
              <a:cs typeface="Arial" charset="0"/>
            </a:endParaRPr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CCADBEC2-4974-0326-0ADC-336EA08D01A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81" y="6281056"/>
            <a:ext cx="279615" cy="2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01643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AF97EBC3F6324FA9D97F3D65CF8A89" ma:contentTypeVersion="4" ma:contentTypeDescription="Create a new document." ma:contentTypeScope="" ma:versionID="afd13930ae3e24c57ecb84de4e25ce99">
  <xsd:schema xmlns:xsd="http://www.w3.org/2001/XMLSchema" xmlns:xs="http://www.w3.org/2001/XMLSchema" xmlns:p="http://schemas.microsoft.com/office/2006/metadata/properties" xmlns:ns2="ce652c54-da58-4acc-ba71-925a6824e307" targetNamespace="http://schemas.microsoft.com/office/2006/metadata/properties" ma:root="true" ma:fieldsID="4b63cbbeb4ed08fed9ae4e9049f72b3c" ns2:_="">
    <xsd:import namespace="ce652c54-da58-4acc-ba71-925a6824e3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652c54-da58-4acc-ba71-925a6824e3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29A804-8FEC-4EF0-981B-5F3684B2BF60}">
  <ds:schemaRefs>
    <ds:schemaRef ds:uri="http://purl.org/dc/terms/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ce652c54-da58-4acc-ba71-925a6824e30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E147720-4A9B-473F-8FC4-F59D88AE906D}">
  <ds:schemaRefs>
    <ds:schemaRef ds:uri="ce652c54-da58-4acc-ba71-925a6824e30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15C99BE-CF4E-4821-B359-659DA723E6B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1176</TotalTime>
  <Words>571</Words>
  <Application>Microsoft Macintosh PowerPoint</Application>
  <PresentationFormat>Widescreen</PresentationFormat>
  <Paragraphs>120</Paragraphs>
  <Slides>15</Slides>
  <Notes>11</Notes>
  <HiddenSlides>0</HiddenSlides>
  <MMClips>5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6" baseType="lpstr">
      <vt:lpstr>Aptos</vt:lpstr>
      <vt:lpstr>Arial</vt:lpstr>
      <vt:lpstr>Graphik Bold</vt:lpstr>
      <vt:lpstr>Graphik Comp Medium Trial</vt:lpstr>
      <vt:lpstr>Graphik Light</vt:lpstr>
      <vt:lpstr>Graphik Medium</vt:lpstr>
      <vt:lpstr>Graphik Regular</vt:lpstr>
      <vt:lpstr>Graphik Semibold</vt:lpstr>
      <vt:lpstr>Graphik-Light</vt:lpstr>
      <vt:lpstr>Graphik-Medium</vt:lpstr>
      <vt:lpstr>Cover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Lo Presti, Fabrizio</cp:lastModifiedBy>
  <cp:revision>4</cp:revision>
  <dcterms:created xsi:type="dcterms:W3CDTF">2025-10-28T16:28:25Z</dcterms:created>
  <dcterms:modified xsi:type="dcterms:W3CDTF">2026-04-27T09:53:09Z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0x010100F3AF97EBC3F6324FA9D97F3D65CF8A89</vt:lpwstr>
  </property>
</Properties>
</file>