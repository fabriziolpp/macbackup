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260"/>
  </p:notesMasterIdLst>
  <p:handoutMasterIdLst>
    <p:handoutMasterId r:id="rId261"/>
  </p:handoutMasterIdLst>
  <p:sldIdLst/>
  <p:sldSz cx="12192000" cy="6858000"/>
  <p:notesSz cx="6858000" cy="9144000"/>
  <p:embeddedFontLst>
    <p:embeddedFont>
      <p:font typeface="Graphik" panose="020B0503030202060203" pitchFamily="34" charset="0"/>
      <p:regular r:id="rId262"/>
      <p:bold r:id="rId263"/>
      <p:italic r:id="rId264"/>
      <p:boldItalic r:id="rId265"/>
    </p:embeddedFont>
    <p:embeddedFont>
      <p:font typeface="Graphik Medium" panose="020B0603030202060203" pitchFamily="34" charset="0"/>
      <p:regular r:id="rId266"/>
      <p:italic r:id="rId267"/>
    </p:embeddedFont>
    <p:embeddedFont>
      <p:font typeface="Graphik Regular" panose="020B0503030202060203" pitchFamily="34" charset="0"/>
      <p:regular r:id="rId268"/>
      <p:bold r:id="rId269"/>
      <p:italic r:id="rId270"/>
      <p:boldItalic r:id="rId271"/>
    </p:embeddedFont>
    <p:embeddedFont>
      <p:font typeface="Graphik Semibold" panose="020B0703030202060203" pitchFamily="34" charset="0"/>
      <p:regular r:id="rId272"/>
      <p:bold r:id="rId273"/>
      <p:italic r:id="rId274"/>
      <p:boldItalic r:id="rId275"/>
    </p:embeddedFont>
    <p:embeddedFont>
      <p:font typeface="Montserrat" panose="00000500000000000000" pitchFamily="2" charset="0"/>
      <p:regular r:id="rId276"/>
      <p:bold r:id="rId277"/>
      <p:italic r:id="rId278"/>
      <p:boldItalic r:id="rId27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918A8C98-2497-46AD-BAAF-FB4E674E24FF}">
          <p14:sldIdLst>
            <p14:sldId id="2147483647"/>
          </p14:sldIdLst>
        </p14:section>
        <p14:section name="INTRO SLIDES" id="{E2B9FF75-D679-4ED5-A299-A705A07649D6}">
          <p14:sldIdLst>
            <p14:sldId id="519"/>
            <p14:sldId id="525"/>
            <p14:sldId id="412"/>
            <p14:sldId id="520"/>
          </p14:sldIdLst>
        </p14:section>
        <p14:section name="01 | TEMPLATE INTRO" id="{C932ACE7-8744-4C31-A216-62FEA2B66F4A}">
          <p14:sldIdLst>
            <p14:sldId id="475"/>
            <p14:sldId id="522"/>
            <p14:sldId id="486"/>
            <p14:sldId id="487"/>
            <p14:sldId id="488"/>
            <p14:sldId id="526"/>
          </p14:sldIdLst>
        </p14:section>
        <p14:section name="02 | PPT TIPS" id="{070DD026-B0E5-4E75-85CB-059DE93380BF}">
          <p14:sldIdLst>
            <p14:sldId id="472"/>
            <p14:sldId id="505"/>
            <p14:sldId id="492"/>
            <p14:sldId id="467"/>
            <p14:sldId id="524"/>
          </p14:sldIdLst>
        </p14:section>
        <p14:section name="03 | GUIDELINES" id="{C2C559BC-EE74-4B33-8A48-4BB54820CF97}">
          <p14:sldIdLst>
            <p14:sldId id="474"/>
          </p14:sldIdLst>
        </p14:section>
        <p14:section name="Grid" id="{29493D94-58E8-483D-8A0D-098BD1915784}">
          <p14:sldIdLst>
            <p14:sldId id="473"/>
            <p14:sldId id="463"/>
            <p14:sldId id="493"/>
            <p14:sldId id="489"/>
            <p14:sldId id="483"/>
            <p14:sldId id="484"/>
            <p14:sldId id="506"/>
          </p14:sldIdLst>
        </p14:section>
        <p14:section name="Color" id="{6BDC8B97-7670-4863-86C4-A2EB64AD9A46}">
          <p14:sldIdLst>
            <p14:sldId id="476"/>
            <p14:sldId id="478"/>
            <p14:sldId id="479"/>
            <p14:sldId id="480"/>
            <p14:sldId id="322"/>
            <p14:sldId id="471"/>
          </p14:sldIdLst>
        </p14:section>
        <p14:section name="Typography" id="{A464B60F-A1BF-463C-B603-6886853FE2BF}">
          <p14:sldIdLst>
            <p14:sldId id="477"/>
            <p14:sldId id="503"/>
            <p14:sldId id="528"/>
            <p14:sldId id="343"/>
            <p14:sldId id="529"/>
            <p14:sldId id="348"/>
          </p14:sldIdLst>
        </p14:section>
        <p14:section name="Brandmark" id="{F94D8E40-022C-461B-9C86-E0BDD40A7155}">
          <p14:sldIdLst>
            <p14:sldId id="513"/>
            <p14:sldId id="515"/>
            <p14:sldId id="516"/>
            <p14:sldId id="535"/>
            <p14:sldId id="523"/>
            <p14:sldId id="469"/>
            <p14:sldId id="514"/>
            <p14:sldId id="521"/>
          </p14:sldIdLst>
        </p14:section>
        <p14:section name="04 | TEMPLATES" id="{481F2DFF-F67A-4F05-BF41-5A601DA715FE}">
          <p14:sldIdLst>
            <p14:sldId id="531"/>
          </p14:sldIdLst>
        </p14:section>
        <p14:section name="Cover Slides" id="{01F5E938-A598-45A4-98DD-07591A9F2EC6}">
          <p14:sldIdLst>
            <p14:sldId id="532"/>
            <p14:sldId id="260"/>
            <p14:sldId id="364"/>
            <p14:sldId id="2147483646"/>
            <p14:sldId id="289"/>
          </p14:sldIdLst>
        </p14:section>
        <p14:section name="ToC Slides" id="{C2D79349-BA8D-44E3-A3C0-5DEA8B240EA1}">
          <p14:sldIdLst>
            <p14:sldId id="259"/>
            <p14:sldId id="274"/>
            <p14:sldId id="275"/>
            <p14:sldId id="310"/>
            <p14:sldId id="392"/>
            <p14:sldId id="338"/>
            <p14:sldId id="335"/>
            <p14:sldId id="391"/>
            <p14:sldId id="419"/>
            <p14:sldId id="417"/>
            <p14:sldId id="420"/>
            <p14:sldId id="421"/>
            <p14:sldId id="422"/>
            <p14:sldId id="283"/>
            <p14:sldId id="321"/>
            <p14:sldId id="336"/>
            <p14:sldId id="293"/>
            <p14:sldId id="339"/>
            <p14:sldId id="294"/>
            <p14:sldId id="295"/>
          </p14:sldIdLst>
        </p14:section>
        <p14:section name="Divider Slides" id="{A0714154-F241-4974-805B-7FD1F7C4B58A}">
          <p14:sldIdLst>
            <p14:sldId id="324"/>
            <p14:sldId id="301"/>
            <p14:sldId id="304"/>
            <p14:sldId id="305"/>
            <p14:sldId id="306"/>
            <p14:sldId id="307"/>
            <p14:sldId id="303"/>
            <p14:sldId id="309"/>
          </p14:sldIdLst>
        </p14:section>
        <p14:section name="Credentials Slides" id="{DE0F9260-40F6-4020-A389-4BE2D2C74590}">
          <p14:sldIdLst>
            <p14:sldId id="302"/>
            <p14:sldId id="266"/>
            <p14:sldId id="267"/>
            <p14:sldId id="268"/>
            <p14:sldId id="273"/>
            <p14:sldId id="269"/>
            <p14:sldId id="270"/>
            <p14:sldId id="271"/>
            <p14:sldId id="272"/>
            <p14:sldId id="329"/>
            <p14:sldId id="284"/>
            <p14:sldId id="285"/>
            <p14:sldId id="286"/>
            <p14:sldId id="292"/>
            <p14:sldId id="287"/>
            <p14:sldId id="279"/>
            <p14:sldId id="288"/>
            <p14:sldId id="291"/>
          </p14:sldIdLst>
        </p14:section>
        <p14:section name="Statement Slides" id="{5732FED1-C9E1-4956-8404-2169CF8E5679}">
          <p14:sldIdLst>
            <p14:sldId id="264"/>
            <p14:sldId id="369"/>
            <p14:sldId id="263"/>
          </p14:sldIdLst>
        </p14:section>
        <p14:section name="Quote Slides" id="{CB87B78B-8D34-48DA-BDF3-718CBE9DD796}">
          <p14:sldIdLst>
            <p14:sldId id="281"/>
            <p14:sldId id="2147483644"/>
            <p14:sldId id="277"/>
            <p14:sldId id="296"/>
            <p14:sldId id="299"/>
          </p14:sldIdLst>
        </p14:section>
        <p14:section name="Content slides" id="{2C263855-618C-7143-889F-18900CE59FC3}">
          <p14:sldIdLst>
            <p14:sldId id="257"/>
            <p14:sldId id="363"/>
            <p14:sldId id="450"/>
            <p14:sldId id="415"/>
            <p14:sldId id="406"/>
            <p14:sldId id="462"/>
            <p14:sldId id="409"/>
            <p14:sldId id="282"/>
            <p14:sldId id="446"/>
            <p14:sldId id="436"/>
            <p14:sldId id="443"/>
            <p14:sldId id="438"/>
            <p14:sldId id="297"/>
            <p14:sldId id="453"/>
            <p14:sldId id="460"/>
            <p14:sldId id="413"/>
            <p14:sldId id="334"/>
            <p14:sldId id="326"/>
            <p14:sldId id="374"/>
            <p14:sldId id="376"/>
            <p14:sldId id="414"/>
            <p14:sldId id="353"/>
            <p14:sldId id="362"/>
            <p14:sldId id="416"/>
            <p14:sldId id="411"/>
            <p14:sldId id="373"/>
            <p14:sldId id="325"/>
            <p14:sldId id="444"/>
            <p14:sldId id="290"/>
            <p14:sldId id="457"/>
            <p14:sldId id="435"/>
            <p14:sldId id="455"/>
            <p14:sldId id="456"/>
            <p14:sldId id="449"/>
            <p14:sldId id="451"/>
            <p14:sldId id="313"/>
            <p14:sldId id="387"/>
            <p14:sldId id="386"/>
            <p14:sldId id="298"/>
            <p14:sldId id="315"/>
            <p14:sldId id="256"/>
          </p14:sldIdLst>
        </p14:section>
        <p14:section name="Tables" id="{DDCCCB59-C537-4858-8F46-3035FB845190}">
          <p14:sldIdLst>
            <p14:sldId id="318"/>
            <p14:sldId id="350"/>
            <p14:sldId id="365"/>
            <p14:sldId id="368"/>
            <p14:sldId id="367"/>
            <p14:sldId id="359"/>
            <p14:sldId id="360"/>
            <p14:sldId id="337"/>
            <p14:sldId id="366"/>
            <p14:sldId id="333"/>
            <p14:sldId id="358"/>
            <p14:sldId id="380"/>
            <p14:sldId id="448"/>
          </p14:sldIdLst>
        </p14:section>
        <p14:section name="Photo Layouts" id="{1C65698C-1DBD-45C5-8010-33F98F272249}">
          <p14:sldIdLst>
            <p14:sldId id="278"/>
            <p14:sldId id="316"/>
            <p14:sldId id="349"/>
            <p14:sldId id="388"/>
            <p14:sldId id="398"/>
            <p14:sldId id="371"/>
            <p14:sldId id="370"/>
            <p14:sldId id="458"/>
            <p14:sldId id="382"/>
            <p14:sldId id="393"/>
            <p14:sldId id="397"/>
            <p14:sldId id="434"/>
            <p14:sldId id="342"/>
            <p14:sldId id="330"/>
            <p14:sldId id="383"/>
            <p14:sldId id="384"/>
            <p14:sldId id="385"/>
            <p14:sldId id="347"/>
            <p14:sldId id="400"/>
            <p14:sldId id="396"/>
            <p14:sldId id="399"/>
            <p14:sldId id="518"/>
            <p14:sldId id="402"/>
            <p14:sldId id="394"/>
            <p14:sldId id="389"/>
            <p14:sldId id="395"/>
            <p14:sldId id="403"/>
            <p14:sldId id="404"/>
            <p14:sldId id="390"/>
            <p14:sldId id="401"/>
            <p14:sldId id="341"/>
            <p14:sldId id="265"/>
          </p14:sldIdLst>
        </p14:section>
        <p14:section name="Battlecards" id="{D479AD19-D6CD-492D-963A-D9DADB17E1A6}">
          <p14:sldIdLst>
            <p14:sldId id="405"/>
            <p14:sldId id="517"/>
            <p14:sldId id="530"/>
            <p14:sldId id="546"/>
            <p14:sldId id="547"/>
          </p14:sldIdLst>
        </p14:section>
        <p14:section name="Team Slides" id="{F1239B7F-0733-47F0-B5F7-9B6D8B89817D}">
          <p14:sldIdLst>
            <p14:sldId id="319"/>
            <p14:sldId id="361"/>
            <p14:sldId id="427"/>
            <p14:sldId id="428"/>
            <p14:sldId id="430"/>
            <p14:sldId id="258"/>
            <p14:sldId id="372"/>
            <p14:sldId id="357"/>
            <p14:sldId id="346"/>
            <p14:sldId id="431"/>
            <p14:sldId id="323"/>
          </p14:sldIdLst>
        </p14:section>
        <p14:section name="Data Viz" id="{E0C053CE-AC05-4B81-889B-487ABE4FEBD9}">
          <p14:sldIdLst>
            <p14:sldId id="340"/>
            <p14:sldId id="459"/>
            <p14:sldId id="461"/>
            <p14:sldId id="510"/>
            <p14:sldId id="470"/>
            <p14:sldId id="345"/>
            <p14:sldId id="507"/>
            <p14:sldId id="508"/>
            <p14:sldId id="509"/>
          </p14:sldIdLst>
        </p14:section>
        <p14:section name="Infographics" id="{13EFD847-EAA9-4529-863F-A60EC9BE8662}">
          <p14:sldIdLst>
            <p14:sldId id="308"/>
            <p14:sldId id="465"/>
            <p14:sldId id="537"/>
            <p14:sldId id="540"/>
            <p14:sldId id="538"/>
            <p14:sldId id="533"/>
          </p14:sldIdLst>
        </p14:section>
        <p14:section name="Roadmap/Timelines/Gantt" id="{60E03B64-5C75-40B2-A077-906F90C785B4}">
          <p14:sldIdLst>
            <p14:sldId id="317"/>
            <p14:sldId id="314"/>
            <p14:sldId id="377"/>
            <p14:sldId id="378"/>
            <p14:sldId id="379"/>
          </p14:sldIdLst>
        </p14:section>
        <p14:section name="Other Slides" id="{E52FAE13-54DA-41AB-ADDC-09420ECD517A}">
          <p14:sldIdLst>
            <p14:sldId id="381"/>
            <p14:sldId id="543"/>
            <p14:sldId id="544"/>
            <p14:sldId id="328"/>
            <p14:sldId id="327"/>
          </p14:sldIdLst>
        </p14:section>
        <p14:section name="Case Study Templates" id="{8C96F325-36AE-4769-9D43-70EA68077D62}">
          <p14:sldIdLst>
            <p14:sldId id="261"/>
            <p14:sldId id="351"/>
            <p14:sldId id="355"/>
            <p14:sldId id="332"/>
            <p14:sldId id="424"/>
            <p14:sldId id="425"/>
            <p14:sldId id="426"/>
            <p14:sldId id="354"/>
          </p14:sldIdLst>
        </p14:section>
        <p14:section name="Case Study POC" id="{EBFF5D65-BF35-47A8-BA49-8DF8951C547F}">
          <p14:sldIdLst>
            <p14:sldId id="320"/>
            <p14:sldId id="554"/>
            <p14:sldId id="331"/>
            <p14:sldId id="548"/>
            <p14:sldId id="344"/>
            <p14:sldId id="550"/>
            <p14:sldId id="551"/>
            <p14:sldId id="552"/>
            <p14:sldId id="553"/>
            <p14:sldId id="555"/>
          </p14:sldIdLst>
        </p14:section>
        <p14:section name="Thank You Slides" id="{45D9AC1A-C5DD-4F7A-8396-0A667D2DBE44}">
          <p14:sldIdLst>
            <p14:sldId id="276"/>
            <p14:sldId id="280"/>
            <p14:sldId id="312"/>
            <p14:sldId id="300"/>
            <p14:sldId id="262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4C0D1C-B88A-0FA2-1B98-D170A5F93EDD}" name="Campagna, Sabrina" initials="" userId="S::sabrina.campagna@accenture.com::c2e96197-16cd-401e-afed-3b8b4d83d151" providerId="AD"/>
  <p188:author id="{5C38AB52-6489-6E9C-862C-B743ECD56AB7}" name="d'Alte, Hugo" initials="" userId="S::hugo.dalte@accenture.com::9621225b-63e7-4770-a89d-848e50e4d300" providerId="AD"/>
  <p188:author id="{71D46770-46E5-AD57-E1F3-E5848D043114}" name="Temple, James" initials="JT" userId="S::james.temple@accenture.com::b376f21a-7e11-4ee3-a337-6b68fb5eecea" providerId="AD"/>
  <p188:author id="{81E93074-3796-D969-FF89-F12D4C61D7DC}" name="Bunker, Chris" initials="CB" userId="S::christopher.t.bunker@accenture.com::5532d949-5400-4148-92a0-00278c58e111" providerId="AD"/>
  <p188:author id="{B36ECEAF-13EB-AE4A-2618-CBD0BE2487B0}" name="Feldbruegge, Elizabeth A." initials="FEA" userId="S::e.a.feldbruegge@accenture.com::866a3d9f-3f3f-403d-94e5-9461ca2ff827" providerId="AD"/>
  <p188:author id="{22BAA4C8-F32F-AE3D-2F39-1031EB28532B}" name="Monteleone, Graziano" initials="" userId="S::graziano.monteleone@accenture.com::644751d6-4e38-49a0-b6db-3a8f915a677c" providerId="AD"/>
  <p188:author id="{D1E967D2-DD3C-9A29-B674-BABEC541F65C}" name="hugo.dalte" initials="hda" userId="hugo.dalte" providerId="None"/>
  <p188:author id="{1D35DEF1-9043-1FE0-0AE6-7EB02B7BB248}" name="Cheung, Miles" initials="CM" userId="S::miles.cheung@accenture.com::a7835d1e-6508-42aa-bdc8-d5baee22f5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0058"/>
    <a:srgbClr val="FFE0EF"/>
    <a:srgbClr val="C2A3FF"/>
    <a:srgbClr val="CC1A6B"/>
    <a:srgbClr val="016B62"/>
    <a:srgbClr val="004A43"/>
    <a:srgbClr val="5C082E"/>
    <a:srgbClr val="05F2DB"/>
    <a:srgbClr val="F9F9F9"/>
    <a:srgbClr val="5D4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125" d="100"/>
          <a:sy n="125" d="100"/>
        </p:scale>
        <p:origin x="382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60" Type="http://schemas.openxmlformats.org/officeDocument/2006/relationships/notesMaster" Target="notesMasters/notesMaster1.xml"/><Relationship Id="rId261" Type="http://schemas.openxmlformats.org/officeDocument/2006/relationships/handoutMaster" Target="handoutMasters/handoutMaster1.xml"/><Relationship Id="rId262" Type="http://schemas.openxmlformats.org/officeDocument/2006/relationships/font" Target="fonts/font1.fntdata"/><Relationship Id="rId263" Type="http://schemas.openxmlformats.org/officeDocument/2006/relationships/font" Target="fonts/font2.fntdata"/><Relationship Id="rId264" Type="http://schemas.openxmlformats.org/officeDocument/2006/relationships/font" Target="fonts/font3.fntdata"/><Relationship Id="rId265" Type="http://schemas.openxmlformats.org/officeDocument/2006/relationships/font" Target="fonts/font4.fntdata"/><Relationship Id="rId266" Type="http://schemas.openxmlformats.org/officeDocument/2006/relationships/font" Target="fonts/font5.fntdata"/><Relationship Id="rId267" Type="http://schemas.openxmlformats.org/officeDocument/2006/relationships/font" Target="fonts/font6.fntdata"/><Relationship Id="rId268" Type="http://schemas.openxmlformats.org/officeDocument/2006/relationships/font" Target="fonts/font7.fntdata"/><Relationship Id="rId269" Type="http://schemas.openxmlformats.org/officeDocument/2006/relationships/font" Target="fonts/font8.fntdata"/><Relationship Id="rId270" Type="http://schemas.openxmlformats.org/officeDocument/2006/relationships/font" Target="fonts/font9.fntdata"/><Relationship Id="rId271" Type="http://schemas.openxmlformats.org/officeDocument/2006/relationships/font" Target="fonts/font10.fntdata"/><Relationship Id="rId272" Type="http://schemas.openxmlformats.org/officeDocument/2006/relationships/font" Target="fonts/font11.fntdata"/><Relationship Id="rId273" Type="http://schemas.openxmlformats.org/officeDocument/2006/relationships/font" Target="fonts/font12.fntdata"/><Relationship Id="rId274" Type="http://schemas.openxmlformats.org/officeDocument/2006/relationships/font" Target="fonts/font13.fntdata"/><Relationship Id="rId275" Type="http://schemas.openxmlformats.org/officeDocument/2006/relationships/font" Target="fonts/font14.fntdata"/><Relationship Id="rId276" Type="http://schemas.openxmlformats.org/officeDocument/2006/relationships/font" Target="fonts/font15.fntdata"/><Relationship Id="rId277" Type="http://schemas.openxmlformats.org/officeDocument/2006/relationships/font" Target="fonts/font16.fntdata"/><Relationship Id="rId278" Type="http://schemas.openxmlformats.org/officeDocument/2006/relationships/font" Target="fonts/font17.fntdata"/><Relationship Id="rId279" Type="http://schemas.openxmlformats.org/officeDocument/2006/relationships/font" Target="fonts/font18.fntdata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A9272-00FC-0506-24AB-9BEA8D70FD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54CCA-9F5C-3F9F-7679-E359235B96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8A76E-044C-44E8-A4EC-46DEF38AE3D9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6CFC3-E814-9081-01F5-5A835E64B1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4EFA2-0961-7D89-7A1B-63B97A369C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BABCD-A4A9-41AF-93E9-4FBE1AD2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4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8BFF8-A191-4A0A-B05F-40D0CD89C43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4E100-6FB4-417A-9028-AA79224D4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3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D2B943D8-FB9F-1615-8518-78C76C2F32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588" y="1462086"/>
            <a:ext cx="6186487" cy="239553"/>
          </a:xfrm>
        </p:spPr>
        <p:txBody>
          <a:bodyPr/>
          <a:lstStyle>
            <a:lvl1pPr>
              <a:defRPr/>
            </a:lvl1pPr>
          </a:lstStyle>
          <a:p>
            <a:r>
              <a:t>Subheadline or supporting copy. One or two short sentenc</a:t>
            </a:r>
            <a:r>
              <a:rPr lang="en-US"/>
              <a:t>e</a:t>
            </a:r>
            <a:r>
              <a:t>s.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6E65422-8FDB-9BE2-D63F-AB06D9090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9" y="856238"/>
            <a:ext cx="10515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Headline goes here</a:t>
            </a:r>
          </a:p>
        </p:txBody>
      </p:sp>
    </p:spTree>
    <p:extLst>
      <p:ext uri="{BB962C8B-B14F-4D97-AF65-F5344CB8AC3E}">
        <p14:creationId xmlns:p14="http://schemas.microsoft.com/office/powerpoint/2010/main" val="255299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4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CF1D1A-C46E-6BB5-1E29-D85881847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615850"/>
            <a:ext cx="11211560" cy="3890296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4000"/>
              </a:lnSpc>
              <a:defRPr lang="en-US" sz="16000" spc="-1160" dirty="0">
                <a:latin typeface="+mn-lt"/>
                <a:ea typeface="+mn-ea"/>
                <a:cs typeface="+mn-cs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025293A-9ED5-17AC-A3A5-3FDEC333A4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000" y="5104201"/>
            <a:ext cx="1700212" cy="153888"/>
          </a:xfrm>
          <a:noFill/>
        </p:spPr>
        <p:txBody>
          <a:bodyPr wrap="square" lIns="0" tIns="0" rIns="0" bIns="0" rtlCol="0">
            <a:spAutoFit/>
          </a:bodyPr>
          <a:lstStyle>
            <a:lvl1pPr indent="0">
              <a:lnSpc>
                <a:spcPct val="105000"/>
              </a:lnSpc>
              <a:buNone/>
              <a:defRPr lang="en-US" sz="1000" spc="-20" dirty="0"/>
            </a:lvl1pPr>
          </a:lstStyle>
          <a:p>
            <a:r>
              <a:t>Month YYYY</a:t>
            </a:r>
          </a:p>
        </p:txBody>
      </p:sp>
      <p:sp>
        <p:nvSpPr>
          <p:cNvPr id="124" name="subtitle">
            <a:extLst>
              <a:ext uri="{FF2B5EF4-FFF2-40B4-BE49-F238E27FC236}">
                <a16:creationId xmlns:a16="http://schemas.microsoft.com/office/drawing/2014/main" id="{4FCE24C0-93AB-B66A-0FD0-E4B6670916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4999" y="5104201"/>
            <a:ext cx="1353457" cy="153888"/>
          </a:xfrm>
          <a:noFill/>
        </p:spPr>
        <p:txBody>
          <a:bodyPr wrap="square" lIns="0" tIns="0" rIns="0" bIns="0" rtlCol="0">
            <a:spAutoFit/>
          </a:bodyPr>
          <a:lstStyle>
            <a:lvl1pPr indent="0">
              <a:lnSpc>
                <a:spcPct val="105000"/>
              </a:lnSpc>
              <a:buNone/>
              <a:defRPr lang="en-US" sz="1000" spc="-20"/>
            </a:lvl1pPr>
          </a:lstStyle>
          <a:p>
            <a:r>
              <a:t>Subject or client name</a:t>
            </a:r>
          </a:p>
        </p:txBody>
      </p:sp>
    </p:spTree>
    <p:extLst>
      <p:ext uri="{BB962C8B-B14F-4D97-AF65-F5344CB8AC3E}">
        <p14:creationId xmlns:p14="http://schemas.microsoft.com/office/powerpoint/2010/main" val="3423660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0E4213-4E8F-F320-7FBE-7F8F430ED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7505" y="730900"/>
            <a:ext cx="5683708" cy="209288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kern="1200" spc="-4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Section name</a:t>
            </a:r>
          </a:p>
        </p:txBody>
      </p:sp>
      <p:sp>
        <p:nvSpPr>
          <p:cNvPr id="22" name="number">
            <a:extLst>
              <a:ext uri="{FF2B5EF4-FFF2-40B4-BE49-F238E27FC236}">
                <a16:creationId xmlns:a16="http://schemas.microsoft.com/office/drawing/2014/main" id="{ECD4C34A-3A8D-A2FA-32A6-760481CD1F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4432300" y="-963509"/>
            <a:ext cx="9612313" cy="8802859"/>
          </a:xfrm>
        </p:spPr>
        <p:txBody>
          <a:bodyPr wrap="square">
            <a:spAutoFit/>
          </a:bodyPr>
          <a:lstStyle>
            <a:lvl1pPr algn="r">
              <a:buNone/>
              <a:defRPr lang="en-US" sz="58800" kern="0" spc="-4120" baseline="0" dirty="0">
                <a:solidFill>
                  <a:schemeClr val="tx1">
                    <a:alpha val="99000"/>
                  </a:schemeClr>
                </a:solidFill>
                <a:latin typeface="Graphik" pitchFamily="34" charset="0"/>
                <a:ea typeface="Graphik" pitchFamily="34" charset="-122"/>
                <a:cs typeface="Graphik" pitchFamily="34" charset="-120"/>
              </a:defRPr>
            </a:lvl1pPr>
          </a:lstStyle>
          <a:p>
            <a:r>
              <a:t>01</a:t>
            </a:r>
          </a:p>
        </p:txBody>
      </p:sp>
      <p:sp>
        <p:nvSpPr>
          <p:cNvPr id="148" name="subtitle">
            <a:extLst>
              <a:ext uri="{FF2B5EF4-FFF2-40B4-BE49-F238E27FC236}">
                <a16:creationId xmlns:a16="http://schemas.microsoft.com/office/drawing/2014/main" id="{D0E9582D-453D-A21B-666C-95A992F4FC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206" y="5098251"/>
            <a:ext cx="1471611" cy="311304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r>
              <a:t>Brief context for this section. One sentence.</a:t>
            </a:r>
          </a:p>
        </p:txBody>
      </p:sp>
      <p:cxnSp>
        <p:nvCxnSpPr>
          <p:cNvPr id="3" name="divider.v.1of2">
            <a:extLst>
              <a:ext uri="{FF2B5EF4-FFF2-40B4-BE49-F238E27FC236}">
                <a16:creationId xmlns:a16="http://schemas.microsoft.com/office/drawing/2014/main" id="{8FC8D0BA-5F5D-FEFD-7ACE-8ED8FD822D1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50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>
            <a:extLst>
              <a:ext uri="{FF2B5EF4-FFF2-40B4-BE49-F238E27FC236}">
                <a16:creationId xmlns:a16="http://schemas.microsoft.com/office/drawing/2014/main" id="{2BCF1D1A-C46E-6BB5-1E29-D85881847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837041"/>
            <a:ext cx="11791198" cy="3877985"/>
          </a:xfrm>
          <a:noFill/>
        </p:spPr>
        <p:txBody>
          <a:bodyPr wrap="square" lIns="0" tIns="0" rIns="0" bIns="0" rtlCol="0">
            <a:spAutoFit/>
          </a:bodyPr>
          <a:lstStyle>
            <a:lvl1pPr indent="2926080">
              <a:lnSpc>
                <a:spcPct val="84000"/>
              </a:lnSpc>
              <a:defRPr lang="en-US" sz="10000" spc="-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A bold statement, up to 3 or 4 lines.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7CF6E08C-5320-FF22-79A4-E4FE43F184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000" y="837041"/>
            <a:ext cx="1433513" cy="1261884"/>
          </a:xfrm>
        </p:spPr>
        <p:txBody>
          <a:bodyPr/>
          <a:lstStyle>
            <a:lvl1pPr>
              <a:lnSpc>
                <a:spcPct val="82000"/>
              </a:lnSpc>
              <a:defRPr lang="en-US" sz="10000" kern="1200" spc="-500" baseline="0" dirty="0">
                <a:solidFill>
                  <a:srgbClr val="DADAD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088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_image">
            <a:extLst>
              <a:ext uri="{FF2B5EF4-FFF2-40B4-BE49-F238E27FC236}">
                <a16:creationId xmlns:a16="http://schemas.microsoft.com/office/drawing/2014/main" id="{B2702B3B-1E9C-664C-E27E-74E5B367F7D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accent5"/>
          </a:solidFill>
          <a:ln>
            <a:noFill/>
          </a:ln>
        </p:spPr>
        <p:txBody>
          <a:bodyPr anchor="ctr" anchorCtr="0">
            <a:noAutofit/>
          </a:bodyPr>
          <a:lstStyle>
            <a:lvl1pPr algn="ctr">
              <a:defRPr lang="en-US" sz="2800" kern="1200" spc="-15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your picture here. Full-bleed image layout.</a:t>
            </a:r>
          </a:p>
        </p:txBody>
      </p:sp>
    </p:spTree>
    <p:extLst>
      <p:ext uri="{BB962C8B-B14F-4D97-AF65-F5344CB8AC3E}">
        <p14:creationId xmlns:p14="http://schemas.microsoft.com/office/powerpoint/2010/main" val="242366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Showcase 2x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058043-FF7F-8202-D7C0-78730234B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863773"/>
            <a:ext cx="4702173" cy="2043636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spc="-4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Headline goes here</a:t>
            </a:r>
          </a:p>
        </p:txBody>
      </p:sp>
      <p:sp>
        <p:nvSpPr>
          <p:cNvPr id="12" name="card.01.number">
            <a:extLst>
              <a:ext uri="{FF2B5EF4-FFF2-40B4-BE49-F238E27FC236}">
                <a16:creationId xmlns:a16="http://schemas.microsoft.com/office/drawing/2014/main" id="{F3CB2DC8-2DE6-0CA2-0A19-3C1E9CB0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8745" y="903890"/>
            <a:ext cx="135935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1" name="card.01.copy">
            <a:extLst>
              <a:ext uri="{FF2B5EF4-FFF2-40B4-BE49-F238E27FC236}">
                <a16:creationId xmlns:a16="http://schemas.microsoft.com/office/drawing/2014/main" id="{86840A05-E37F-2AC1-532C-7C5915A968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4588" y="1233828"/>
            <a:ext cx="2592664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card description. Keep to 2 lines.</a:t>
            </a:r>
          </a:p>
        </p:txBody>
      </p:sp>
      <p:sp>
        <p:nvSpPr>
          <p:cNvPr id="18" name="card.02.number">
            <a:extLst>
              <a:ext uri="{FF2B5EF4-FFF2-40B4-BE49-F238E27FC236}">
                <a16:creationId xmlns:a16="http://schemas.microsoft.com/office/drawing/2014/main" id="{059CBAAA-25A7-32AB-19E3-760F5F57D5A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9509" y="3556000"/>
            <a:ext cx="155171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7" name="card.02.copy">
            <a:extLst>
              <a:ext uri="{FF2B5EF4-FFF2-40B4-BE49-F238E27FC236}">
                <a16:creationId xmlns:a16="http://schemas.microsoft.com/office/drawing/2014/main" id="{E8DA06A6-5400-4F72-4786-03E0D50235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9509" y="3885938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card description. Keep to 2 lines.</a:t>
            </a:r>
          </a:p>
        </p:txBody>
      </p:sp>
      <p:sp>
        <p:nvSpPr>
          <p:cNvPr id="16" name="card.03.number">
            <a:extLst>
              <a:ext uri="{FF2B5EF4-FFF2-40B4-BE49-F238E27FC236}">
                <a16:creationId xmlns:a16="http://schemas.microsoft.com/office/drawing/2014/main" id="{4F69EDFE-2C09-259E-C2B6-B9BEB3213A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2589" y="3556000"/>
            <a:ext cx="161583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5" name="card.03.copy">
            <a:extLst>
              <a:ext uri="{FF2B5EF4-FFF2-40B4-BE49-F238E27FC236}">
                <a16:creationId xmlns:a16="http://schemas.microsoft.com/office/drawing/2014/main" id="{663641E5-621F-BAAD-0D4C-69AA7FB88A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72589" y="3885938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card description. Keep to 2 lines.</a:t>
            </a:r>
          </a:p>
        </p:txBody>
      </p:sp>
      <p:grpSp>
        <p:nvGrpSpPr>
          <p:cNvPr id="8" name="divider.system">
            <a:extLst>
              <a:ext uri="{FF2B5EF4-FFF2-40B4-BE49-F238E27FC236}">
                <a16:creationId xmlns:a16="http://schemas.microsoft.com/office/drawing/2014/main" id="{61AE1668-06CE-96C7-0376-45E759CB4C90}"/>
              </a:ext>
            </a:extLst>
          </p:cNvPr>
          <p:cNvGrpSpPr/>
          <p:nvPr userDrawn="1"/>
        </p:nvGrpSpPr>
        <p:grpSpPr>
          <a:xfrm>
            <a:off x="-73153" y="0"/>
            <a:ext cx="12192001" cy="6858000"/>
            <a:chOff x="-1" y="0"/>
            <a:chExt cx="12192001" cy="6858000"/>
          </a:xfrm>
        </p:grpSpPr>
        <p:cxnSp>
          <p:nvCxnSpPr>
            <p:cNvPr id="19" name="divider.v.1of2">
              <a:extLst>
                <a:ext uri="{FF2B5EF4-FFF2-40B4-BE49-F238E27FC236}">
                  <a16:creationId xmlns:a16="http://schemas.microsoft.com/office/drawing/2014/main" id="{BB87846B-B537-086C-BEFB-5B4C6E5D2D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69152" y="0"/>
              <a:ext cx="0" cy="6858000"/>
            </a:xfrm>
            <a:prstGeom prst="line">
              <a:avLst/>
            </a:prstGeom>
            <a:ln w="6350">
              <a:solidFill>
                <a:srgbClr val="DADA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vider.v.3of4">
              <a:extLst>
                <a:ext uri="{FF2B5EF4-FFF2-40B4-BE49-F238E27FC236}">
                  <a16:creationId xmlns:a16="http://schemas.microsoft.com/office/drawing/2014/main" id="{262D704E-AEE9-2A35-BC0A-A5A44DB691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217152" y="0"/>
              <a:ext cx="0" cy="6858000"/>
            </a:xfrm>
            <a:prstGeom prst="line">
              <a:avLst/>
            </a:prstGeom>
            <a:ln w="6350">
              <a:solidFill>
                <a:srgbClr val="DADA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divider.h.1of2">
              <a:extLst>
                <a:ext uri="{FF2B5EF4-FFF2-40B4-BE49-F238E27FC236}">
                  <a16:creationId xmlns:a16="http://schemas.microsoft.com/office/drawing/2014/main" id="{98119458-BA1B-1B83-9C0D-777A24D0B7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3429000"/>
              <a:ext cx="12192001" cy="0"/>
            </a:xfrm>
            <a:prstGeom prst="line">
              <a:avLst/>
            </a:prstGeom>
            <a:ln w="6350">
              <a:solidFill>
                <a:srgbClr val="DADA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ard.01.image">
            <a:extLst>
              <a:ext uri="{FF2B5EF4-FFF2-40B4-BE49-F238E27FC236}">
                <a16:creationId xmlns:a16="http://schemas.microsoft.com/office/drawing/2014/main" id="{75359C70-BCD2-2B2B-DF48-446C549553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4000" y="3398"/>
            <a:ext cx="3048000" cy="3423904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13" name="card.02.image">
            <a:extLst>
              <a:ext uri="{FF2B5EF4-FFF2-40B4-BE49-F238E27FC236}">
                <a16:creationId xmlns:a16="http://schemas.microsoft.com/office/drawing/2014/main" id="{A05AEA2C-7701-7006-8B5D-9AA5876A139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-2" y="3430700"/>
            <a:ext cx="6095999" cy="3427299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ing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>
            <a:extLst>
              <a:ext uri="{FF2B5EF4-FFF2-40B4-BE49-F238E27FC236}">
                <a16:creationId xmlns:a16="http://schemas.microsoft.com/office/drawing/2014/main" id="{97A2C2E3-3CE7-03D8-A9CF-DCCF72F4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765175"/>
            <a:ext cx="8886825" cy="418576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spc="-400">
                <a:latin typeface="+mn-lt"/>
                <a:ea typeface="+mn-ea"/>
                <a:cs typeface="+mn-cs"/>
              </a:defRPr>
            </a:lvl1pPr>
          </a:lstStyle>
          <a:p>
            <a:r>
              <a:t>Quote text here. Keep it tight — under 25 words for impact.</a:t>
            </a:r>
          </a:p>
        </p:txBody>
      </p:sp>
      <p:sp>
        <p:nvSpPr>
          <p:cNvPr id="7" name="portrait">
            <a:extLst>
              <a:ext uri="{FF2B5EF4-FFF2-40B4-BE49-F238E27FC236}">
                <a16:creationId xmlns:a16="http://schemas.microsoft.com/office/drawing/2014/main" id="{11F82B03-4560-498C-83AA-7053E46867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5700" y="3048000"/>
            <a:ext cx="2017713" cy="2654300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13" name="attribution.name">
            <a:extLst>
              <a:ext uri="{FF2B5EF4-FFF2-40B4-BE49-F238E27FC236}">
                <a16:creationId xmlns:a16="http://schemas.microsoft.com/office/drawing/2014/main" id="{E3D26CDD-1205-76FE-2060-C6977D289E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700" y="5827713"/>
            <a:ext cx="2017713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/>
            </a:lvl1pPr>
          </a:lstStyle>
          <a:p>
            <a:r>
              <a:t>Person's full name</a:t>
            </a:r>
          </a:p>
        </p:txBody>
      </p:sp>
      <p:sp>
        <p:nvSpPr>
          <p:cNvPr id="22" name="attribution.role">
            <a:extLst>
              <a:ext uri="{FF2B5EF4-FFF2-40B4-BE49-F238E27FC236}">
                <a16:creationId xmlns:a16="http://schemas.microsoft.com/office/drawing/2014/main" id="{500B3491-BE6D-D571-E700-AD8BF2C105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45700" y="5983066"/>
            <a:ext cx="2017713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Title, Organization</a:t>
            </a:r>
          </a:p>
        </p:txBody>
      </p:sp>
    </p:spTree>
    <p:extLst>
      <p:ext uri="{BB962C8B-B14F-4D97-AF65-F5344CB8AC3E}">
        <p14:creationId xmlns:p14="http://schemas.microsoft.com/office/powerpoint/2010/main" val="2911194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Grid 7 Up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.01.image">
            <a:extLst>
              <a:ext uri="{FF2B5EF4-FFF2-40B4-BE49-F238E27FC236}">
                <a16:creationId xmlns:a16="http://schemas.microsoft.com/office/drawing/2014/main" id="{8E150DA8-9024-3209-52BD-978B1F5C237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48000" y="0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24" name="card.01.number">
            <a:extLst>
              <a:ext uri="{FF2B5EF4-FFF2-40B4-BE49-F238E27FC236}">
                <a16:creationId xmlns:a16="http://schemas.microsoft.com/office/drawing/2014/main" id="{A5D5CF27-F43D-52BB-A06F-512C1F0D93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6589" y="1813623"/>
            <a:ext cx="135935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1" name="card.01.copy">
            <a:extLst>
              <a:ext uri="{FF2B5EF4-FFF2-40B4-BE49-F238E27FC236}">
                <a16:creationId xmlns:a16="http://schemas.microsoft.com/office/drawing/2014/main" id="{25A36A8E-357F-4B13-A877-A0C5BD30A3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6589" y="2143561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25" name="card.02.image">
            <a:extLst>
              <a:ext uri="{FF2B5EF4-FFF2-40B4-BE49-F238E27FC236}">
                <a16:creationId xmlns:a16="http://schemas.microsoft.com/office/drawing/2014/main" id="{CF31BFFF-1BD2-A9DB-9D78-501A65AEC0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40" name="card.02.number">
            <a:extLst>
              <a:ext uri="{FF2B5EF4-FFF2-40B4-BE49-F238E27FC236}">
                <a16:creationId xmlns:a16="http://schemas.microsoft.com/office/drawing/2014/main" id="{4C512AC2-5A20-4FAE-44F6-8259BBB84F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9509" y="1813623"/>
            <a:ext cx="155171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39" name="card.02.copy">
            <a:extLst>
              <a:ext uri="{FF2B5EF4-FFF2-40B4-BE49-F238E27FC236}">
                <a16:creationId xmlns:a16="http://schemas.microsoft.com/office/drawing/2014/main" id="{ABE98B11-A2B2-9D9F-917D-29D12890A8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9509" y="2143561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33" name="card.03.image">
            <a:extLst>
              <a:ext uri="{FF2B5EF4-FFF2-40B4-BE49-F238E27FC236}">
                <a16:creationId xmlns:a16="http://schemas.microsoft.com/office/drawing/2014/main" id="{33B3B4D0-5D86-A378-278A-9C4A6EE3317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4000" y="0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34" name="card.03.copy">
            <a:extLst>
              <a:ext uri="{FF2B5EF4-FFF2-40B4-BE49-F238E27FC236}">
                <a16:creationId xmlns:a16="http://schemas.microsoft.com/office/drawing/2014/main" id="{827EE65F-B36D-8AD8-514E-D121D06B86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72589" y="2143561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35" name="card.03.number">
            <a:extLst>
              <a:ext uri="{FF2B5EF4-FFF2-40B4-BE49-F238E27FC236}">
                <a16:creationId xmlns:a16="http://schemas.microsoft.com/office/drawing/2014/main" id="{AB48506A-9E67-5080-5A23-56F77B37B1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72589" y="1813623"/>
            <a:ext cx="161583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53" name="card.05.image">
            <a:extLst>
              <a:ext uri="{FF2B5EF4-FFF2-40B4-BE49-F238E27FC236}">
                <a16:creationId xmlns:a16="http://schemas.microsoft.com/office/drawing/2014/main" id="{7C419183-CAC3-E721-30FD-EBE56610DDB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48000" y="3430701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54" name="card.05.copy">
            <a:extLst>
              <a:ext uri="{FF2B5EF4-FFF2-40B4-BE49-F238E27FC236}">
                <a16:creationId xmlns:a16="http://schemas.microsoft.com/office/drawing/2014/main" id="{5871AC4F-2E21-24AA-4BBD-3D4FE896D8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658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55" name="card.05.number">
            <a:extLst>
              <a:ext uri="{FF2B5EF4-FFF2-40B4-BE49-F238E27FC236}">
                <a16:creationId xmlns:a16="http://schemas.microsoft.com/office/drawing/2014/main" id="{9A712EC8-D9FB-0FE9-5B53-C2101455D6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6589" y="5244324"/>
            <a:ext cx="159980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56" name="card.06.image">
            <a:extLst>
              <a:ext uri="{FF2B5EF4-FFF2-40B4-BE49-F238E27FC236}">
                <a16:creationId xmlns:a16="http://schemas.microsoft.com/office/drawing/2014/main" id="{0545A4FF-59B6-A59B-9DF9-EC13B5812AC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3430701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57" name="card.07.image">
            <a:extLst>
              <a:ext uri="{FF2B5EF4-FFF2-40B4-BE49-F238E27FC236}">
                <a16:creationId xmlns:a16="http://schemas.microsoft.com/office/drawing/2014/main" id="{4863D390-6E9B-3B6C-2D84-3F391B74F0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144000" y="3430701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58" name="card.07.copy">
            <a:extLst>
              <a:ext uri="{FF2B5EF4-FFF2-40B4-BE49-F238E27FC236}">
                <a16:creationId xmlns:a16="http://schemas.microsoft.com/office/drawing/2014/main" id="{80A96BFA-35F8-B74E-110E-AD10F40D29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7258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59" name="card.07.number">
            <a:extLst>
              <a:ext uri="{FF2B5EF4-FFF2-40B4-BE49-F238E27FC236}">
                <a16:creationId xmlns:a16="http://schemas.microsoft.com/office/drawing/2014/main" id="{7FE6484C-5A1E-179B-5E55-2744871BD5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2589" y="5244324"/>
            <a:ext cx="151965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60" name="card.06.copy">
            <a:extLst>
              <a:ext uri="{FF2B5EF4-FFF2-40B4-BE49-F238E27FC236}">
                <a16:creationId xmlns:a16="http://schemas.microsoft.com/office/drawing/2014/main" id="{BDDCE79E-1FE8-6F81-1625-DC26F5FBC22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950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61" name="card.06.number">
            <a:extLst>
              <a:ext uri="{FF2B5EF4-FFF2-40B4-BE49-F238E27FC236}">
                <a16:creationId xmlns:a16="http://schemas.microsoft.com/office/drawing/2014/main" id="{9A4D90CD-07D5-AAF3-0C74-6B674EDD78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9509" y="5244324"/>
            <a:ext cx="163186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62" name="card.04.image">
            <a:extLst>
              <a:ext uri="{FF2B5EF4-FFF2-40B4-BE49-F238E27FC236}">
                <a16:creationId xmlns:a16="http://schemas.microsoft.com/office/drawing/2014/main" id="{ED6A21D8-A01C-BB40-B288-258CEB71AC1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3430701"/>
            <a:ext cx="3048000" cy="1697038"/>
          </a:xfrm>
          <a:solidFill>
            <a:schemeClr val="accent5"/>
          </a:solidFill>
          <a:ln w="3175"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/>
            <a:endParaRPr lang="en-US"/>
          </a:p>
        </p:txBody>
      </p:sp>
      <p:sp>
        <p:nvSpPr>
          <p:cNvPr id="63" name="card.04.copy">
            <a:extLst>
              <a:ext uri="{FF2B5EF4-FFF2-40B4-BE49-F238E27FC236}">
                <a16:creationId xmlns:a16="http://schemas.microsoft.com/office/drawing/2014/main" id="{4AB6216E-0A0D-0B4E-8689-67852FDA02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58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64" name="card.04.number">
            <a:extLst>
              <a:ext uri="{FF2B5EF4-FFF2-40B4-BE49-F238E27FC236}">
                <a16:creationId xmlns:a16="http://schemas.microsoft.com/office/drawing/2014/main" id="{16E7FE9E-B557-B6E1-9E00-74878BDE70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589" y="5244324"/>
            <a:ext cx="163186" cy="149721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tx1"/>
                </a:solidFill>
              </a:defRPr>
            </a:lvl1pPr>
          </a:lstStyle>
          <a:p>
            <a:r>
              <a:t>04</a:t>
            </a:r>
          </a:p>
        </p:txBody>
      </p:sp>
      <p:cxnSp>
        <p:nvCxnSpPr>
          <p:cNvPr id="70" name="divider.vertical_02">
            <a:extLst>
              <a:ext uri="{FF2B5EF4-FFF2-40B4-BE49-F238E27FC236}">
                <a16:creationId xmlns:a16="http://schemas.microsoft.com/office/drawing/2014/main" id="{4951D15D-3A32-AA92-A433-B786A91179A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divider.vertical_03">
            <a:extLst>
              <a:ext uri="{FF2B5EF4-FFF2-40B4-BE49-F238E27FC236}">
                <a16:creationId xmlns:a16="http://schemas.microsoft.com/office/drawing/2014/main" id="{7C571794-068B-5061-8FC6-058DE091745D}"/>
              </a:ext>
            </a:extLst>
          </p:cNvPr>
          <p:cNvCxnSpPr>
            <a:cxnSpLocks/>
          </p:cNvCxnSpPr>
          <p:nvPr userDrawn="1"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divider.vertical_01">
            <a:extLst>
              <a:ext uri="{FF2B5EF4-FFF2-40B4-BE49-F238E27FC236}">
                <a16:creationId xmlns:a16="http://schemas.microsoft.com/office/drawing/2014/main" id="{5C744958-B443-1FBB-38F1-02DA252626DA}"/>
              </a:ext>
            </a:extLst>
          </p:cNvPr>
          <p:cNvCxnSpPr>
            <a:cxnSpLocks/>
          </p:cNvCxnSpPr>
          <p:nvPr userDrawn="1"/>
        </p:nvCxnSpPr>
        <p:spPr>
          <a:xfrm>
            <a:off x="3048000" y="0"/>
            <a:ext cx="0" cy="6858000"/>
          </a:xfrm>
          <a:prstGeom prst="line">
            <a:avLst/>
          </a:prstGeom>
          <a:ln w="635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le 20">
            <a:extLst>
              <a:ext uri="{FF2B5EF4-FFF2-40B4-BE49-F238E27FC236}">
                <a16:creationId xmlns:a16="http://schemas.microsoft.com/office/drawing/2014/main" id="{B352CA13-DDA6-0865-C120-64F5B03FA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9" y="856238"/>
            <a:ext cx="2603926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Headline goes here</a:t>
            </a:r>
          </a:p>
        </p:txBody>
      </p:sp>
    </p:spTree>
    <p:extLst>
      <p:ext uri="{BB962C8B-B14F-4D97-AF65-F5344CB8AC3E}">
        <p14:creationId xmlns:p14="http://schemas.microsoft.com/office/powerpoint/2010/main" val="76278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Colum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4B5657-965A-7CD8-04A4-BB23CDAA9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80" name="Group 479">
            <a:extLst>
              <a:ext uri="{FF2B5EF4-FFF2-40B4-BE49-F238E27FC236}">
                <a16:creationId xmlns:a16="http://schemas.microsoft.com/office/drawing/2014/main" id="{C4F7129B-456B-2CEC-B36C-ECB094BB20A3}"/>
              </a:ext>
            </a:extLst>
          </p:cNvPr>
          <p:cNvGrpSpPr/>
          <p:nvPr/>
        </p:nvGrpSpPr>
        <p:grpSpPr>
          <a:xfrm>
            <a:off x="126999" y="0"/>
            <a:ext cx="11938607" cy="6858000"/>
            <a:chOff x="126999" y="0"/>
            <a:chExt cx="11938607" cy="6858000"/>
          </a:xfrm>
        </p:grpSpPr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A470E07B-94CE-BD27-6021-526998C36997}"/>
                </a:ext>
              </a:extLst>
            </p:cNvPr>
            <p:cNvCxnSpPr/>
            <p:nvPr/>
          </p:nvCxnSpPr>
          <p:spPr>
            <a:xfrm>
              <a:off x="2919413" y="0"/>
              <a:ext cx="0" cy="6858000"/>
            </a:xfrm>
            <a:prstGeom prst="line">
              <a:avLst/>
            </a:prstGeom>
            <a:ln w="9525">
              <a:solidFill>
                <a:schemeClr val="accent3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83C5CBE8-407D-8B1A-F762-3DCE8AB94058}"/>
                </a:ext>
              </a:extLst>
            </p:cNvPr>
            <p:cNvGrpSpPr/>
            <p:nvPr/>
          </p:nvGrpSpPr>
          <p:grpSpPr>
            <a:xfrm>
              <a:off x="126999" y="0"/>
              <a:ext cx="11938607" cy="6858000"/>
              <a:chOff x="126999" y="0"/>
              <a:chExt cx="11938607" cy="6858000"/>
            </a:xfrm>
          </p:grpSpPr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5C58551D-5FAF-3A80-112D-80DEA56949E6}"/>
                  </a:ext>
                </a:extLst>
              </p:cNvPr>
              <p:cNvCxnSpPr/>
              <p:nvPr/>
            </p:nvCxnSpPr>
            <p:spPr>
              <a:xfrm>
                <a:off x="126999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E4A08823-F331-DB92-3A66-BEAE8C82CE6E}"/>
                  </a:ext>
                </a:extLst>
              </p:cNvPr>
              <p:cNvCxnSpPr/>
              <p:nvPr/>
            </p:nvCxnSpPr>
            <p:spPr>
              <a:xfrm>
                <a:off x="12065606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5A92DED-0A02-E33D-2120-7876937EB568}"/>
                  </a:ext>
                </a:extLst>
              </p:cNvPr>
              <p:cNvCxnSpPr/>
              <p:nvPr/>
            </p:nvCxnSpPr>
            <p:spPr>
              <a:xfrm>
                <a:off x="1057804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863768EE-7510-E2EA-72C2-6D32E32223D2}"/>
                  </a:ext>
                </a:extLst>
              </p:cNvPr>
              <p:cNvCxnSpPr/>
              <p:nvPr/>
            </p:nvCxnSpPr>
            <p:spPr>
              <a:xfrm>
                <a:off x="1988609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D12B546E-3D32-41B6-57AC-35592ACBF286}"/>
                  </a:ext>
                </a:extLst>
              </p:cNvPr>
              <p:cNvCxnSpPr/>
              <p:nvPr/>
            </p:nvCxnSpPr>
            <p:spPr>
              <a:xfrm>
                <a:off x="4106157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0DED41D7-F329-8179-71D7-E2A6021301B2}"/>
                  </a:ext>
                </a:extLst>
              </p:cNvPr>
              <p:cNvCxnSpPr/>
              <p:nvPr/>
            </p:nvCxnSpPr>
            <p:spPr>
              <a:xfrm>
                <a:off x="5036785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251DC9E9-6CD7-5BB9-C87B-95FC69D0C4EB}"/>
                  </a:ext>
                </a:extLst>
              </p:cNvPr>
              <p:cNvCxnSpPr/>
              <p:nvPr/>
            </p:nvCxnSpPr>
            <p:spPr>
              <a:xfrm>
                <a:off x="5967413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2FAD2157-1851-70E1-0BCA-558713B647DF}"/>
                  </a:ext>
                </a:extLst>
              </p:cNvPr>
              <p:cNvCxnSpPr/>
              <p:nvPr/>
            </p:nvCxnSpPr>
            <p:spPr>
              <a:xfrm>
                <a:off x="7153980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1971EFC0-2551-C827-DE34-81F2A14B16B7}"/>
                  </a:ext>
                </a:extLst>
              </p:cNvPr>
              <p:cNvCxnSpPr/>
              <p:nvPr/>
            </p:nvCxnSpPr>
            <p:spPr>
              <a:xfrm>
                <a:off x="8083902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A5E4BE67-90C1-83FB-59FC-CFD783093EC7}"/>
                  </a:ext>
                </a:extLst>
              </p:cNvPr>
              <p:cNvCxnSpPr/>
              <p:nvPr/>
            </p:nvCxnSpPr>
            <p:spPr>
              <a:xfrm>
                <a:off x="9013825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1E42A2F0-5C7B-B682-05FF-7A9588557683}"/>
                  </a:ext>
                </a:extLst>
              </p:cNvPr>
              <p:cNvCxnSpPr/>
              <p:nvPr/>
            </p:nvCxnSpPr>
            <p:spPr>
              <a:xfrm>
                <a:off x="10200137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00A43D7-CFE3-F79B-4F10-A1ABCAFD9D30}"/>
                  </a:ext>
                </a:extLst>
              </p:cNvPr>
              <p:cNvCxnSpPr/>
              <p:nvPr/>
            </p:nvCxnSpPr>
            <p:spPr>
              <a:xfrm>
                <a:off x="11132872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42F55C3C-2107-2B28-F6C5-F995A66DD973}"/>
                  </a:ext>
                </a:extLst>
              </p:cNvPr>
              <p:cNvCxnSpPr/>
              <p:nvPr/>
            </p:nvCxnSpPr>
            <p:spPr>
              <a:xfrm>
                <a:off x="3175529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106414CC-B3AB-D85C-09F6-FDE800143DBC}"/>
                  </a:ext>
                </a:extLst>
              </p:cNvPr>
              <p:cNvCxnSpPr/>
              <p:nvPr/>
            </p:nvCxnSpPr>
            <p:spPr>
              <a:xfrm>
                <a:off x="6224058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01E71F41-566F-33CF-E554-E91561634D82}"/>
                  </a:ext>
                </a:extLst>
              </p:cNvPr>
              <p:cNvCxnSpPr/>
              <p:nvPr/>
            </p:nvCxnSpPr>
            <p:spPr>
              <a:xfrm>
                <a:off x="9267402" y="0"/>
                <a:ext cx="0" cy="6858000"/>
              </a:xfrm>
              <a:prstGeom prst="line">
                <a:avLst/>
              </a:prstGeom>
              <a:ln w="9525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F85CDEC7-E876-FF10-C155-2B369F1AA4C9}"/>
              </a:ext>
            </a:extLst>
          </p:cNvPr>
          <p:cNvGrpSpPr/>
          <p:nvPr/>
        </p:nvGrpSpPr>
        <p:grpSpPr>
          <a:xfrm>
            <a:off x="0" y="0"/>
            <a:ext cx="12193588" cy="6858001"/>
            <a:chOff x="0" y="0"/>
            <a:chExt cx="12193588" cy="6858001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4CC6FCF7-25C8-9722-2636-ED7612B0AFA2}"/>
                </a:ext>
              </a:extLst>
            </p:cNvPr>
            <p:cNvSpPr/>
            <p:nvPr/>
          </p:nvSpPr>
          <p:spPr>
            <a:xfrm>
              <a:off x="2924597" y="0"/>
              <a:ext cx="248738" cy="6858000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3B6961DF-692B-E26D-DAD4-82FC56657D8C}"/>
                </a:ext>
              </a:extLst>
            </p:cNvPr>
            <p:cNvSpPr/>
            <p:nvPr/>
          </p:nvSpPr>
          <p:spPr>
            <a:xfrm>
              <a:off x="5975850" y="0"/>
              <a:ext cx="248738" cy="6858000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7CB62F0F-19AF-D686-209D-CF7EE0A77CC3}"/>
                </a:ext>
              </a:extLst>
            </p:cNvPr>
            <p:cNvSpPr/>
            <p:nvPr/>
          </p:nvSpPr>
          <p:spPr>
            <a:xfrm>
              <a:off x="0" y="0"/>
              <a:ext cx="12192000" cy="765175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87436112-6326-9365-CB91-BFF3F8B0DD13}"/>
                </a:ext>
              </a:extLst>
            </p:cNvPr>
            <p:cNvSpPr/>
            <p:nvPr/>
          </p:nvSpPr>
          <p:spPr>
            <a:xfrm>
              <a:off x="0" y="6091238"/>
              <a:ext cx="12192000" cy="766763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5B246B0D-C209-D100-EA59-28DA48A503B5}"/>
                </a:ext>
              </a:extLst>
            </p:cNvPr>
            <p:cNvSpPr/>
            <p:nvPr/>
          </p:nvSpPr>
          <p:spPr>
            <a:xfrm>
              <a:off x="0" y="0"/>
              <a:ext cx="117568" cy="685800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2593B25A-6F1F-08AB-5F4F-CF1B678CECF5}"/>
                </a:ext>
              </a:extLst>
            </p:cNvPr>
            <p:cNvSpPr/>
            <p:nvPr/>
          </p:nvSpPr>
          <p:spPr>
            <a:xfrm>
              <a:off x="12076020" y="0"/>
              <a:ext cx="117568" cy="685800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C35ECD60-F622-8AC1-10C5-5CB7CF152A46}"/>
                </a:ext>
              </a:extLst>
            </p:cNvPr>
            <p:cNvSpPr/>
            <p:nvPr/>
          </p:nvSpPr>
          <p:spPr>
            <a:xfrm>
              <a:off x="9029685" y="0"/>
              <a:ext cx="248738" cy="6858000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637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D2B943D8-FB9F-1615-8518-78C76C2F32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588" y="1462086"/>
            <a:ext cx="6186487" cy="2395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Subheadline or supporting copy.</a:t>
            </a:r>
            <a:r>
              <a:rPr lang="en-US"/>
              <a:t> </a:t>
            </a:r>
            <a:r>
              <a:t>One or two short sentences.</a:t>
            </a:r>
          </a:p>
        </p:txBody>
      </p:sp>
      <p:sp>
        <p:nvSpPr>
          <p:cNvPr id="135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sp>
        <p:nvSpPr>
          <p:cNvPr id="3" name="master.page_number">
            <a:extLst>
              <a:ext uri="{FF2B5EF4-FFF2-40B4-BE49-F238E27FC236}">
                <a16:creationId xmlns:a16="http://schemas.microsoft.com/office/drawing/2014/main" id="{F177972D-8F00-FD5D-4253-DB3E29FB8B38}"/>
              </a:ext>
            </a:extLst>
          </p:cNvPr>
          <p:cNvSpPr txBox="1">
            <a:spLocks/>
          </p:cNvSpPr>
          <p:nvPr userDrawn="1"/>
        </p:nvSpPr>
        <p:spPr>
          <a:xfrm>
            <a:off x="11803856" y="114731"/>
            <a:ext cx="261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800" spc="-20"/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4935922D-038B-4771-8D89-1246AEADF358}" type="slidenum">
              <a:rPr lang="en-US" noProof="0" smtClean="0">
                <a:solidFill>
                  <a:schemeClr val="bg1"/>
                </a:solidFill>
              </a:rPr>
              <a:pPr lvl="0" algn="r"/>
              <a:t>‹#›</a:t>
            </a:fld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94B7336B-A0A5-B4E2-2639-1DF59AC20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9" y="856238"/>
            <a:ext cx="10515600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613899-4755-DBEB-E493-8FC9727DB7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60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sp>
        <p:nvSpPr>
          <p:cNvPr id="2" name="master.page_number">
            <a:extLst>
              <a:ext uri="{FF2B5EF4-FFF2-40B4-BE49-F238E27FC236}">
                <a16:creationId xmlns:a16="http://schemas.microsoft.com/office/drawing/2014/main" id="{AAC13B9E-6508-C96F-D84C-006E6BB2CE36}"/>
              </a:ext>
            </a:extLst>
          </p:cNvPr>
          <p:cNvSpPr txBox="1">
            <a:spLocks/>
          </p:cNvSpPr>
          <p:nvPr userDrawn="1"/>
        </p:nvSpPr>
        <p:spPr>
          <a:xfrm>
            <a:off x="11803856" y="114731"/>
            <a:ext cx="261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800" spc="-20"/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4935922D-038B-4771-8D89-1246AEADF358}" type="slidenum">
              <a:rPr lang="en-US" noProof="0" smtClean="0">
                <a:solidFill>
                  <a:schemeClr val="bg1"/>
                </a:solidFill>
              </a:rPr>
              <a:pPr lvl="0" algn="r"/>
              <a:t>‹#›</a:t>
            </a:fld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1C9EBF-5142-D1B0-C71B-518860A4C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79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CF1D1A-C46E-6BB5-1E29-D85881847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620395"/>
            <a:ext cx="11211560" cy="3898503"/>
          </a:xfrm>
          <a:noFill/>
        </p:spPr>
        <p:txBody>
          <a:bodyPr vert="horz" wrap="square" lIns="0" tIns="0" rIns="0" bIns="0" numCol="1" rtlCol="0" anchor="t" anchorCtr="0">
            <a:spAutoFit/>
          </a:bodyPr>
          <a:lstStyle>
            <a:lvl1pPr>
              <a:lnSpc>
                <a:spcPct val="84000"/>
              </a:lnSpc>
              <a:defRPr lang="en-US" sz="16000" spc="-116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025293A-9ED5-17AC-A3A5-3FDEC333A4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000" y="5104201"/>
            <a:ext cx="1700212" cy="153888"/>
          </a:xfrm>
          <a:noFill/>
        </p:spPr>
        <p:txBody>
          <a:bodyPr wrap="square" lIns="0" tIns="0" rIns="0" bIns="0" rtlCol="0">
            <a:spAutoFit/>
          </a:bodyPr>
          <a:lstStyle>
            <a:lvl1pPr indent="0">
              <a:lnSpc>
                <a:spcPct val="105000"/>
              </a:lnSpc>
              <a:buNone/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Month YYYY</a:t>
            </a:r>
          </a:p>
        </p:txBody>
      </p:sp>
      <p:sp>
        <p:nvSpPr>
          <p:cNvPr id="124" name="subtitle">
            <a:extLst>
              <a:ext uri="{FF2B5EF4-FFF2-40B4-BE49-F238E27FC236}">
                <a16:creationId xmlns:a16="http://schemas.microsoft.com/office/drawing/2014/main" id="{4FCE24C0-93AB-B66A-0FD0-E4B6670916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4999" y="5104201"/>
            <a:ext cx="1353457" cy="153888"/>
          </a:xfrm>
          <a:noFill/>
        </p:spPr>
        <p:txBody>
          <a:bodyPr wrap="square" lIns="0" tIns="0" rIns="0" bIns="0" rtlCol="0">
            <a:spAutoFit/>
          </a:bodyPr>
          <a:lstStyle>
            <a:lvl1pPr indent="0">
              <a:lnSpc>
                <a:spcPct val="105000"/>
              </a:lnSpc>
              <a:buNone/>
              <a:defRPr lang="en-US" sz="1000" spc="-20">
                <a:solidFill>
                  <a:schemeClr val="bg1"/>
                </a:solidFill>
              </a:defRPr>
            </a:lvl1pPr>
          </a:lstStyle>
          <a:p>
            <a:r>
              <a:t>Subject or client name</a:t>
            </a:r>
          </a:p>
        </p:txBody>
      </p:sp>
      <p:sp>
        <p:nvSpPr>
          <p:cNvPr id="5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6E1FD0-79BB-75D2-1A4A-0D837D67D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80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ckground_image">
            <a:extLst>
              <a:ext uri="{FF2B5EF4-FFF2-40B4-BE49-F238E27FC236}">
                <a16:creationId xmlns:a16="http://schemas.microsoft.com/office/drawing/2014/main" id="{F1B93594-7E7B-250A-856D-C3B745442E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rgbClr val="4141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BCF1D1A-C46E-6BB5-1E29-D85881847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617748"/>
            <a:ext cx="11210544" cy="4136517"/>
          </a:xfrm>
          <a:noFill/>
        </p:spPr>
        <p:txBody>
          <a:bodyPr vert="horz" wrap="square" lIns="0" tIns="0" rIns="0" bIns="0" numCol="1" rtlCol="0" anchor="t" anchorCtr="0">
            <a:spAutoFit/>
          </a:bodyPr>
          <a:lstStyle>
            <a:lvl1pPr>
              <a:lnSpc>
                <a:spcPct val="84000"/>
              </a:lnSpc>
              <a:defRPr lang="en-US" sz="16000" spc="-116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Presentation title + image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025293A-9ED5-17AC-A3A5-3FDEC333A4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000" y="5104201"/>
            <a:ext cx="1700212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buNone/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Month YYYY</a:t>
            </a:r>
          </a:p>
        </p:txBody>
      </p:sp>
      <p:sp>
        <p:nvSpPr>
          <p:cNvPr id="124" name="subtitle">
            <a:extLst>
              <a:ext uri="{FF2B5EF4-FFF2-40B4-BE49-F238E27FC236}">
                <a16:creationId xmlns:a16="http://schemas.microsoft.com/office/drawing/2014/main" id="{4FCE24C0-93AB-B66A-0FD0-E4B6670916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4999" y="5104201"/>
            <a:ext cx="1353457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buNone/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Subject or client name</a:t>
            </a:r>
          </a:p>
        </p:txBody>
      </p:sp>
      <p:sp>
        <p:nvSpPr>
          <p:cNvPr id="16" name="footer.copyright">
            <a:extLst>
              <a:ext uri="{FF2B5EF4-FFF2-40B4-BE49-F238E27FC236}">
                <a16:creationId xmlns:a16="http://schemas.microsoft.com/office/drawing/2014/main" id="{CF01FD6B-395B-EF1B-7511-3141940ABCEA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C133C1-5C67-D774-0D9B-F7CDB3179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3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0E4213-4E8F-F320-7FBE-7F8F430ED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7505" y="730900"/>
            <a:ext cx="5683708" cy="209288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kern="1200" spc="-4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Section name</a:t>
            </a:r>
          </a:p>
        </p:txBody>
      </p:sp>
      <p:sp>
        <p:nvSpPr>
          <p:cNvPr id="22" name="number">
            <a:extLst>
              <a:ext uri="{FF2B5EF4-FFF2-40B4-BE49-F238E27FC236}">
                <a16:creationId xmlns:a16="http://schemas.microsoft.com/office/drawing/2014/main" id="{ECD4C34A-3A8D-A2FA-32A6-760481CD1F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4432300" y="-963509"/>
            <a:ext cx="9612313" cy="8802859"/>
          </a:xfrm>
        </p:spPr>
        <p:txBody>
          <a:bodyPr wrap="square">
            <a:spAutoFit/>
          </a:bodyPr>
          <a:lstStyle>
            <a:lvl1pPr algn="r">
              <a:buNone/>
              <a:defRPr lang="en-US" sz="58800" kern="0" spc="-4120" baseline="0" dirty="0">
                <a:solidFill>
                  <a:schemeClr val="bg1"/>
                </a:solidFill>
                <a:latin typeface="Graphik" pitchFamily="34" charset="0"/>
                <a:ea typeface="Graphik" pitchFamily="34" charset="-122"/>
                <a:cs typeface="Graphik" pitchFamily="34" charset="-120"/>
              </a:defRPr>
            </a:lvl1pPr>
          </a:lstStyle>
          <a:p>
            <a:r>
              <a:t>01</a:t>
            </a:r>
          </a:p>
        </p:txBody>
      </p:sp>
      <p:cxnSp>
        <p:nvCxnSpPr>
          <p:cNvPr id="27" name="divider.vertical">
            <a:extLst>
              <a:ext uri="{FF2B5EF4-FFF2-40B4-BE49-F238E27FC236}">
                <a16:creationId xmlns:a16="http://schemas.microsoft.com/office/drawing/2014/main" id="{D8E54049-393B-F538-B616-47D187486DEE}"/>
              </a:ext>
            </a:extLst>
          </p:cNvPr>
          <p:cNvCxnSpPr/>
          <p:nvPr userDrawn="1"/>
        </p:nvCxnSpPr>
        <p:spPr>
          <a:xfrm>
            <a:off x="6096000" y="-5836"/>
            <a:ext cx="0" cy="6863836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subtitle">
            <a:extLst>
              <a:ext uri="{FF2B5EF4-FFF2-40B4-BE49-F238E27FC236}">
                <a16:creationId xmlns:a16="http://schemas.microsoft.com/office/drawing/2014/main" id="{D0E9582D-453D-A21B-666C-95A992F4FC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206" y="5098251"/>
            <a:ext cx="1471611" cy="311304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smtClean="0">
                <a:solidFill>
                  <a:schemeClr val="bg1"/>
                </a:solidFill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r>
              <a:t>Brief context for this section. One sentence.</a:t>
            </a:r>
          </a:p>
        </p:txBody>
      </p:sp>
      <p:sp>
        <p:nvSpPr>
          <p:cNvPr id="150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F64BBD-A567-5ACE-B54E-AE8C586C00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23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_image">
            <a:extLst>
              <a:ext uri="{FF2B5EF4-FFF2-40B4-BE49-F238E27FC236}">
                <a16:creationId xmlns:a16="http://schemas.microsoft.com/office/drawing/2014/main" id="{41D8CE77-1078-A093-F4B3-718A126B55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7" cy="6858000"/>
          </a:xfr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90E4213-4E8F-F320-7FBE-7F8F430ED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7505" y="730900"/>
            <a:ext cx="5683708" cy="209288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spc="-4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Section name</a:t>
            </a:r>
          </a:p>
        </p:txBody>
      </p:sp>
      <p:sp>
        <p:nvSpPr>
          <p:cNvPr id="22" name="number">
            <a:extLst>
              <a:ext uri="{FF2B5EF4-FFF2-40B4-BE49-F238E27FC236}">
                <a16:creationId xmlns:a16="http://schemas.microsoft.com/office/drawing/2014/main" id="{ECD4C34A-3A8D-A2FA-32A6-760481CD1F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4432300" y="-963509"/>
            <a:ext cx="9612313" cy="8802859"/>
          </a:xfrm>
        </p:spPr>
        <p:txBody>
          <a:bodyPr wrap="square">
            <a:spAutoFit/>
          </a:bodyPr>
          <a:lstStyle>
            <a:lvl1pPr algn="r">
              <a:buNone/>
              <a:defRPr lang="en-US" sz="58800" kern="0" spc="-4120" baseline="0" dirty="0">
                <a:solidFill>
                  <a:schemeClr val="bg1">
                    <a:alpha val="99000"/>
                  </a:schemeClr>
                </a:solidFill>
                <a:latin typeface="Graphik" pitchFamily="34" charset="0"/>
                <a:ea typeface="Graphik" pitchFamily="34" charset="-122"/>
                <a:cs typeface="Graphik" pitchFamily="34" charset="-120"/>
              </a:defRPr>
            </a:lvl1pPr>
          </a:lstStyle>
          <a:p>
            <a:r>
              <a:t>01</a:t>
            </a:r>
          </a:p>
        </p:txBody>
      </p:sp>
      <p:sp>
        <p:nvSpPr>
          <p:cNvPr id="148" name="subtitle">
            <a:extLst>
              <a:ext uri="{FF2B5EF4-FFF2-40B4-BE49-F238E27FC236}">
                <a16:creationId xmlns:a16="http://schemas.microsoft.com/office/drawing/2014/main" id="{D0E9582D-453D-A21B-666C-95A992F4FC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206" y="5098251"/>
            <a:ext cx="1471611" cy="3077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smtClean="0">
                <a:solidFill>
                  <a:schemeClr val="bg1"/>
                </a:solidFill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r>
              <a:t>Brief context for this section. One sentence.</a:t>
            </a:r>
          </a:p>
        </p:txBody>
      </p:sp>
      <p:cxnSp>
        <p:nvCxnSpPr>
          <p:cNvPr id="27" name="divider.vertical">
            <a:extLst>
              <a:ext uri="{FF2B5EF4-FFF2-40B4-BE49-F238E27FC236}">
                <a16:creationId xmlns:a16="http://schemas.microsoft.com/office/drawing/2014/main" id="{D8E54049-393B-F538-B616-47D187486DEE}"/>
              </a:ext>
            </a:extLst>
          </p:cNvPr>
          <p:cNvCxnSpPr/>
          <p:nvPr userDrawn="1"/>
        </p:nvCxnSpPr>
        <p:spPr>
          <a:xfrm>
            <a:off x="6096000" y="-5836"/>
            <a:ext cx="0" cy="6863836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.copyright">
            <a:extLst>
              <a:ext uri="{FF2B5EF4-FFF2-40B4-BE49-F238E27FC236}">
                <a16:creationId xmlns:a16="http://schemas.microsoft.com/office/drawing/2014/main" id="{CED1C974-8579-BFA0-8454-B693A3CC047B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E95599-9F04-490A-A4E6-BD12C4A623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6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>
            <a:extLst>
              <a:ext uri="{FF2B5EF4-FFF2-40B4-BE49-F238E27FC236}">
                <a16:creationId xmlns:a16="http://schemas.microsoft.com/office/drawing/2014/main" id="{2BCF1D1A-C46E-6BB5-1E29-D85881847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821801"/>
            <a:ext cx="11795760" cy="3831818"/>
          </a:xfrm>
          <a:noFill/>
        </p:spPr>
        <p:txBody>
          <a:bodyPr wrap="square" lIns="0" tIns="0" rIns="0" bIns="0" rtlCol="0">
            <a:spAutoFit/>
          </a:bodyPr>
          <a:lstStyle>
            <a:lvl1pPr indent="2926080">
              <a:lnSpc>
                <a:spcPct val="84000"/>
              </a:lnSpc>
              <a:defRPr lang="en-US" sz="10000" spc="-5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A bold statement, up to 3 or 4 lines.</a:t>
            </a:r>
          </a:p>
        </p:txBody>
      </p:sp>
      <p:sp>
        <p:nvSpPr>
          <p:cNvPr id="5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7CF6E08C-5320-FF22-79A4-E4FE43F184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000" y="821801"/>
            <a:ext cx="1433513" cy="1261884"/>
          </a:xfrm>
        </p:spPr>
        <p:txBody>
          <a:bodyPr/>
          <a:lstStyle>
            <a:lvl1pPr>
              <a:lnSpc>
                <a:spcPct val="82000"/>
              </a:lnSpc>
              <a:defRPr lang="en-US" sz="10000" kern="1200" spc="-500" baseline="0" dirty="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C8BDCC-662A-AF8D-A013-E6D618DF30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809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Showcase 2x3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058043-FF7F-8202-D7C0-78730234B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863773"/>
            <a:ext cx="4702173" cy="2043636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spc="-4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Headline goes here</a:t>
            </a:r>
          </a:p>
        </p:txBody>
      </p:sp>
      <p:sp>
        <p:nvSpPr>
          <p:cNvPr id="12" name="card.01.number">
            <a:extLst>
              <a:ext uri="{FF2B5EF4-FFF2-40B4-BE49-F238E27FC236}">
                <a16:creationId xmlns:a16="http://schemas.microsoft.com/office/drawing/2014/main" id="{F3CB2DC8-2DE6-0CA2-0A19-3C1E9CB0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9509" y="903890"/>
            <a:ext cx="135935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1" name="card.01.copy">
            <a:extLst>
              <a:ext uri="{FF2B5EF4-FFF2-40B4-BE49-F238E27FC236}">
                <a16:creationId xmlns:a16="http://schemas.microsoft.com/office/drawing/2014/main" id="{86840A05-E37F-2AC1-532C-7C5915A968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9509" y="1233828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card description. Keep to 2 lines.</a:t>
            </a:r>
          </a:p>
        </p:txBody>
      </p:sp>
      <p:sp>
        <p:nvSpPr>
          <p:cNvPr id="6" name="card.01.image">
            <a:extLst>
              <a:ext uri="{FF2B5EF4-FFF2-40B4-BE49-F238E27FC236}">
                <a16:creationId xmlns:a16="http://schemas.microsoft.com/office/drawing/2014/main" id="{75359C70-BCD2-2B2B-DF48-446C549553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4000" y="0"/>
            <a:ext cx="3048000" cy="3430700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lvl="0" algn="ctr"/>
            <a:endParaRPr lang="en-US"/>
          </a:p>
        </p:txBody>
      </p:sp>
      <p:sp>
        <p:nvSpPr>
          <p:cNvPr id="13" name="card.02.image">
            <a:extLst>
              <a:ext uri="{FF2B5EF4-FFF2-40B4-BE49-F238E27FC236}">
                <a16:creationId xmlns:a16="http://schemas.microsoft.com/office/drawing/2014/main" id="{A05AEA2C-7701-7006-8B5D-9AA5876A139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3430700"/>
            <a:ext cx="6090920" cy="3427299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lvl="0" algn="ctr"/>
            <a:endParaRPr lang="en-US"/>
          </a:p>
        </p:txBody>
      </p:sp>
      <p:sp>
        <p:nvSpPr>
          <p:cNvPr id="18" name="card.02.number">
            <a:extLst>
              <a:ext uri="{FF2B5EF4-FFF2-40B4-BE49-F238E27FC236}">
                <a16:creationId xmlns:a16="http://schemas.microsoft.com/office/drawing/2014/main" id="{059CBAAA-25A7-32AB-19E3-760F5F57D5A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9509" y="3556000"/>
            <a:ext cx="155171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7" name="card.02.copy">
            <a:extLst>
              <a:ext uri="{FF2B5EF4-FFF2-40B4-BE49-F238E27FC236}">
                <a16:creationId xmlns:a16="http://schemas.microsoft.com/office/drawing/2014/main" id="{E8DA06A6-5400-4F72-4786-03E0D50235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9509" y="3885938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card description. Keep to 2 lines.</a:t>
            </a:r>
          </a:p>
        </p:txBody>
      </p:sp>
      <p:sp>
        <p:nvSpPr>
          <p:cNvPr id="16" name="card.03.number">
            <a:extLst>
              <a:ext uri="{FF2B5EF4-FFF2-40B4-BE49-F238E27FC236}">
                <a16:creationId xmlns:a16="http://schemas.microsoft.com/office/drawing/2014/main" id="{4F69EDFE-2C09-259E-C2B6-B9BEB3213A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2589" y="3556000"/>
            <a:ext cx="161583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5" name="card.03.copy">
            <a:extLst>
              <a:ext uri="{FF2B5EF4-FFF2-40B4-BE49-F238E27FC236}">
                <a16:creationId xmlns:a16="http://schemas.microsoft.com/office/drawing/2014/main" id="{663641E5-621F-BAAD-0D4C-69AA7FB88A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72589" y="3885938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card description. Keep to 2 lines.</a:t>
            </a:r>
          </a:p>
        </p:txBody>
      </p:sp>
      <p:grpSp>
        <p:nvGrpSpPr>
          <p:cNvPr id="5" name="divider.system">
            <a:extLst>
              <a:ext uri="{FF2B5EF4-FFF2-40B4-BE49-F238E27FC236}">
                <a16:creationId xmlns:a16="http://schemas.microsoft.com/office/drawing/2014/main" id="{9F61C8E7-C2EA-462A-49A2-165D5915D9E3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cxnSp>
          <p:nvCxnSpPr>
            <p:cNvPr id="19" name="divider.v.1of2">
              <a:extLst>
                <a:ext uri="{FF2B5EF4-FFF2-40B4-BE49-F238E27FC236}">
                  <a16:creationId xmlns:a16="http://schemas.microsoft.com/office/drawing/2014/main" id="{BB87846B-B537-086C-BEFB-5B4C6E5D2D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0"/>
              <a:ext cx="0" cy="6858000"/>
            </a:xfrm>
            <a:prstGeom prst="line">
              <a:avLst/>
            </a:prstGeom>
            <a:ln w="6350">
              <a:solidFill>
                <a:srgbClr val="41414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vider.v.3of4">
              <a:extLst>
                <a:ext uri="{FF2B5EF4-FFF2-40B4-BE49-F238E27FC236}">
                  <a16:creationId xmlns:a16="http://schemas.microsoft.com/office/drawing/2014/main" id="{262D704E-AEE9-2A35-BC0A-A5A44DB691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44000" y="0"/>
              <a:ext cx="0" cy="6858000"/>
            </a:xfrm>
            <a:prstGeom prst="line">
              <a:avLst/>
            </a:prstGeom>
            <a:ln w="6350">
              <a:solidFill>
                <a:srgbClr val="41414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divider.h.1of2">
              <a:extLst>
                <a:ext uri="{FF2B5EF4-FFF2-40B4-BE49-F238E27FC236}">
                  <a16:creationId xmlns:a16="http://schemas.microsoft.com/office/drawing/2014/main" id="{FC69AE11-AB54-703A-5F3F-4AFED349808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3429000"/>
              <a:ext cx="12192001" cy="0"/>
            </a:xfrm>
            <a:prstGeom prst="line">
              <a:avLst/>
            </a:prstGeom>
            <a:ln w="6350">
              <a:solidFill>
                <a:srgbClr val="41414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470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ingl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>
            <a:extLst>
              <a:ext uri="{FF2B5EF4-FFF2-40B4-BE49-F238E27FC236}">
                <a16:creationId xmlns:a16="http://schemas.microsoft.com/office/drawing/2014/main" id="{97A2C2E3-3CE7-03D8-A9CF-DCCF72F4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" y="765175"/>
            <a:ext cx="8886825" cy="418576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8000" spc="-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Quote text here. Keep it tight — under 25 words for impact.</a:t>
            </a:r>
          </a:p>
        </p:txBody>
      </p:sp>
      <p:sp>
        <p:nvSpPr>
          <p:cNvPr id="7" name="portrait">
            <a:extLst>
              <a:ext uri="{FF2B5EF4-FFF2-40B4-BE49-F238E27FC236}">
                <a16:creationId xmlns:a16="http://schemas.microsoft.com/office/drawing/2014/main" id="{11F82B03-4560-498C-83AA-7053E46867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5700" y="3048000"/>
            <a:ext cx="2017713" cy="2654300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lvl="0" algn="ctr"/>
            <a:endParaRPr lang="en-US"/>
          </a:p>
        </p:txBody>
      </p:sp>
      <p:sp>
        <p:nvSpPr>
          <p:cNvPr id="13" name="attribution.name">
            <a:extLst>
              <a:ext uri="{FF2B5EF4-FFF2-40B4-BE49-F238E27FC236}">
                <a16:creationId xmlns:a16="http://schemas.microsoft.com/office/drawing/2014/main" id="{E3D26CDD-1205-76FE-2060-C6977D289E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700" y="5827713"/>
            <a:ext cx="2017713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Person's full name</a:t>
            </a:r>
          </a:p>
        </p:txBody>
      </p:sp>
      <p:sp>
        <p:nvSpPr>
          <p:cNvPr id="22" name="attribution.role">
            <a:extLst>
              <a:ext uri="{FF2B5EF4-FFF2-40B4-BE49-F238E27FC236}">
                <a16:creationId xmlns:a16="http://schemas.microsoft.com/office/drawing/2014/main" id="{500B3491-BE6D-D571-E700-AD8BF2C105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45700" y="5983066"/>
            <a:ext cx="2017713" cy="153888"/>
          </a:xfr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5000"/>
              </a:lnSpc>
              <a:defRPr lang="en-US" sz="1000" spc="-20" dirty="0">
                <a:solidFill>
                  <a:schemeClr val="bg2"/>
                </a:solidFill>
              </a:defRPr>
            </a:lvl1pPr>
          </a:lstStyle>
          <a:p>
            <a:r>
              <a:t>Title, Organization</a:t>
            </a:r>
          </a:p>
        </p:txBody>
      </p:sp>
      <p:sp>
        <p:nvSpPr>
          <p:cNvPr id="24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4A3B8D4-A2D8-FE69-F51E-8CB5314391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01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Grid 7 Up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.01.image">
            <a:extLst>
              <a:ext uri="{FF2B5EF4-FFF2-40B4-BE49-F238E27FC236}">
                <a16:creationId xmlns:a16="http://schemas.microsoft.com/office/drawing/2014/main" id="{8E150DA8-9024-3209-52BD-978B1F5C237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48000" y="0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24" name="card.01.number">
            <a:extLst>
              <a:ext uri="{FF2B5EF4-FFF2-40B4-BE49-F238E27FC236}">
                <a16:creationId xmlns:a16="http://schemas.microsoft.com/office/drawing/2014/main" id="{A5D5CF27-F43D-52BB-A06F-512C1F0D93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6589" y="1813623"/>
            <a:ext cx="135935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1" name="card.01.copy">
            <a:extLst>
              <a:ext uri="{FF2B5EF4-FFF2-40B4-BE49-F238E27FC236}">
                <a16:creationId xmlns:a16="http://schemas.microsoft.com/office/drawing/2014/main" id="{25A36A8E-357F-4B13-A877-A0C5BD30A3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6589" y="2143561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25" name="card.02.image">
            <a:extLst>
              <a:ext uri="{FF2B5EF4-FFF2-40B4-BE49-F238E27FC236}">
                <a16:creationId xmlns:a16="http://schemas.microsoft.com/office/drawing/2014/main" id="{CF31BFFF-1BD2-A9DB-9D78-501A65AEC0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40" name="card.02.number">
            <a:extLst>
              <a:ext uri="{FF2B5EF4-FFF2-40B4-BE49-F238E27FC236}">
                <a16:creationId xmlns:a16="http://schemas.microsoft.com/office/drawing/2014/main" id="{4C512AC2-5A20-4FAE-44F6-8259BBB84F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9509" y="1813623"/>
            <a:ext cx="155171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39" name="card.02.copy">
            <a:extLst>
              <a:ext uri="{FF2B5EF4-FFF2-40B4-BE49-F238E27FC236}">
                <a16:creationId xmlns:a16="http://schemas.microsoft.com/office/drawing/2014/main" id="{ABE98B11-A2B2-9D9F-917D-29D12890A8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9509" y="2143561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33" name="card.03.image">
            <a:extLst>
              <a:ext uri="{FF2B5EF4-FFF2-40B4-BE49-F238E27FC236}">
                <a16:creationId xmlns:a16="http://schemas.microsoft.com/office/drawing/2014/main" id="{33B3B4D0-5D86-A378-278A-9C4A6EE3317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4000" y="0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34" name="card.03.copy">
            <a:extLst>
              <a:ext uri="{FF2B5EF4-FFF2-40B4-BE49-F238E27FC236}">
                <a16:creationId xmlns:a16="http://schemas.microsoft.com/office/drawing/2014/main" id="{827EE65F-B36D-8AD8-514E-D121D06B86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72589" y="2143561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35" name="card.03.number">
            <a:extLst>
              <a:ext uri="{FF2B5EF4-FFF2-40B4-BE49-F238E27FC236}">
                <a16:creationId xmlns:a16="http://schemas.microsoft.com/office/drawing/2014/main" id="{AB48506A-9E67-5080-5A23-56F77B37B1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72589" y="1813623"/>
            <a:ext cx="161583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53" name="card.05.image">
            <a:extLst>
              <a:ext uri="{FF2B5EF4-FFF2-40B4-BE49-F238E27FC236}">
                <a16:creationId xmlns:a16="http://schemas.microsoft.com/office/drawing/2014/main" id="{7C419183-CAC3-E721-30FD-EBE56610DDB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48000" y="3430701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54" name="card.05.copy">
            <a:extLst>
              <a:ext uri="{FF2B5EF4-FFF2-40B4-BE49-F238E27FC236}">
                <a16:creationId xmlns:a16="http://schemas.microsoft.com/office/drawing/2014/main" id="{5871AC4F-2E21-24AA-4BBD-3D4FE896D8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658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55" name="card.05.number">
            <a:extLst>
              <a:ext uri="{FF2B5EF4-FFF2-40B4-BE49-F238E27FC236}">
                <a16:creationId xmlns:a16="http://schemas.microsoft.com/office/drawing/2014/main" id="{9A712EC8-D9FB-0FE9-5B53-C2101455D6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6589" y="5244324"/>
            <a:ext cx="159980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56" name="card.06.image">
            <a:extLst>
              <a:ext uri="{FF2B5EF4-FFF2-40B4-BE49-F238E27FC236}">
                <a16:creationId xmlns:a16="http://schemas.microsoft.com/office/drawing/2014/main" id="{0545A4FF-59B6-A59B-9DF9-EC13B5812AC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3430701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57" name="card.07.image">
            <a:extLst>
              <a:ext uri="{FF2B5EF4-FFF2-40B4-BE49-F238E27FC236}">
                <a16:creationId xmlns:a16="http://schemas.microsoft.com/office/drawing/2014/main" id="{4863D390-6E9B-3B6C-2D84-3F391B74F0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144000" y="3430701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58" name="card.07.copy">
            <a:extLst>
              <a:ext uri="{FF2B5EF4-FFF2-40B4-BE49-F238E27FC236}">
                <a16:creationId xmlns:a16="http://schemas.microsoft.com/office/drawing/2014/main" id="{80A96BFA-35F8-B74E-110E-AD10F40D29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7258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59" name="card.07.number">
            <a:extLst>
              <a:ext uri="{FF2B5EF4-FFF2-40B4-BE49-F238E27FC236}">
                <a16:creationId xmlns:a16="http://schemas.microsoft.com/office/drawing/2014/main" id="{7FE6484C-5A1E-179B-5E55-2744871BD5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2589" y="5244324"/>
            <a:ext cx="151965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60" name="card.06.copy">
            <a:extLst>
              <a:ext uri="{FF2B5EF4-FFF2-40B4-BE49-F238E27FC236}">
                <a16:creationId xmlns:a16="http://schemas.microsoft.com/office/drawing/2014/main" id="{BDDCE79E-1FE8-6F81-1625-DC26F5FBC22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950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61" name="card.06.number">
            <a:extLst>
              <a:ext uri="{FF2B5EF4-FFF2-40B4-BE49-F238E27FC236}">
                <a16:creationId xmlns:a16="http://schemas.microsoft.com/office/drawing/2014/main" id="{9A4D90CD-07D5-AAF3-0C74-6B674EDD78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9509" y="5244324"/>
            <a:ext cx="163186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62" name="card.04.image">
            <a:extLst>
              <a:ext uri="{FF2B5EF4-FFF2-40B4-BE49-F238E27FC236}">
                <a16:creationId xmlns:a16="http://schemas.microsoft.com/office/drawing/2014/main" id="{ED6A21D8-A01C-BB40-B288-258CEB71AC1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3430701"/>
            <a:ext cx="3048000" cy="1697038"/>
          </a:xfrm>
          <a:solidFill>
            <a:schemeClr val="accent6"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>
              <a:defRPr lang="en-US" sz="1800"/>
            </a:lvl1pPr>
          </a:lstStyle>
          <a:p>
            <a:pPr lvl="0" algn="ctr"/>
            <a:endParaRPr lang="en-US"/>
          </a:p>
        </p:txBody>
      </p:sp>
      <p:sp>
        <p:nvSpPr>
          <p:cNvPr id="63" name="card.04.copy">
            <a:extLst>
              <a:ext uri="{FF2B5EF4-FFF2-40B4-BE49-F238E27FC236}">
                <a16:creationId xmlns:a16="http://schemas.microsoft.com/office/drawing/2014/main" id="{4AB6216E-0A0D-0B4E-8689-67852FDA02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589" y="5574262"/>
            <a:ext cx="2630322" cy="4980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Brief description. Keep to 2 lines.</a:t>
            </a:r>
          </a:p>
        </p:txBody>
      </p:sp>
      <p:sp>
        <p:nvSpPr>
          <p:cNvPr id="64" name="card.04.number">
            <a:extLst>
              <a:ext uri="{FF2B5EF4-FFF2-40B4-BE49-F238E27FC236}">
                <a16:creationId xmlns:a16="http://schemas.microsoft.com/office/drawing/2014/main" id="{16E7FE9E-B557-B6E1-9E00-74878BDE70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589" y="5244324"/>
            <a:ext cx="163186" cy="130805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000" spc="-20" dirty="0">
                <a:solidFill>
                  <a:schemeClr val="bg1"/>
                </a:solidFill>
              </a:defRPr>
            </a:lvl1pPr>
          </a:lstStyle>
          <a:p>
            <a:r>
              <a:t>04</a:t>
            </a:r>
          </a:p>
        </p:txBody>
      </p:sp>
      <p:cxnSp>
        <p:nvCxnSpPr>
          <p:cNvPr id="70" name="divider.vertical_02">
            <a:extLst>
              <a:ext uri="{FF2B5EF4-FFF2-40B4-BE49-F238E27FC236}">
                <a16:creationId xmlns:a16="http://schemas.microsoft.com/office/drawing/2014/main" id="{4951D15D-3A32-AA92-A433-B786A91179A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divider.vertical_03">
            <a:extLst>
              <a:ext uri="{FF2B5EF4-FFF2-40B4-BE49-F238E27FC236}">
                <a16:creationId xmlns:a16="http://schemas.microsoft.com/office/drawing/2014/main" id="{7C571794-068B-5061-8FC6-058DE091745D}"/>
              </a:ext>
            </a:extLst>
          </p:cNvPr>
          <p:cNvCxnSpPr>
            <a:cxnSpLocks/>
          </p:cNvCxnSpPr>
          <p:nvPr userDrawn="1"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divider.vertical_01">
            <a:extLst>
              <a:ext uri="{FF2B5EF4-FFF2-40B4-BE49-F238E27FC236}">
                <a16:creationId xmlns:a16="http://schemas.microsoft.com/office/drawing/2014/main" id="{5C744958-B443-1FBB-38F1-02DA252626DA}"/>
              </a:ext>
            </a:extLst>
          </p:cNvPr>
          <p:cNvCxnSpPr>
            <a:cxnSpLocks/>
          </p:cNvCxnSpPr>
          <p:nvPr userDrawn="1"/>
        </p:nvCxnSpPr>
        <p:spPr>
          <a:xfrm>
            <a:off x="3048000" y="-12700"/>
            <a:ext cx="0" cy="6858000"/>
          </a:xfrm>
          <a:prstGeom prst="line">
            <a:avLst/>
          </a:prstGeom>
          <a:ln w="635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ooter.copyright">
            <a:extLst>
              <a:ext uri="{FF2B5EF4-FFF2-40B4-BE49-F238E27FC236}">
                <a16:creationId xmlns:a16="http://schemas.microsoft.com/office/drawing/2014/main" id="{AEE47CB9-1234-6BD4-5B9B-2D5F6263A635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bg1"/>
                </a:solidFill>
                <a:latin typeface="+mj-lt"/>
              </a:rPr>
              <a:t>Copyright © Accenture 2026. All rights reserved.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A4F6A2E8-4CCB-0E99-6813-150411F1B5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9" y="856238"/>
            <a:ext cx="269598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3DFCBF-FE71-D9D9-491C-952065AD07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58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Column Grid 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4B5657-965A-7CD8-04A4-BB23CDAA9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80" name="Group 479">
            <a:extLst>
              <a:ext uri="{FF2B5EF4-FFF2-40B4-BE49-F238E27FC236}">
                <a16:creationId xmlns:a16="http://schemas.microsoft.com/office/drawing/2014/main" id="{C4F7129B-456B-2CEC-B36C-ECB094BB20A3}"/>
              </a:ext>
            </a:extLst>
          </p:cNvPr>
          <p:cNvGrpSpPr/>
          <p:nvPr/>
        </p:nvGrpSpPr>
        <p:grpSpPr>
          <a:xfrm>
            <a:off x="126999" y="0"/>
            <a:ext cx="11938607" cy="6858000"/>
            <a:chOff x="126999" y="0"/>
            <a:chExt cx="11938607" cy="6858000"/>
          </a:xfrm>
        </p:grpSpPr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A470E07B-94CE-BD27-6021-526998C36997}"/>
                </a:ext>
              </a:extLst>
            </p:cNvPr>
            <p:cNvCxnSpPr/>
            <p:nvPr/>
          </p:nvCxnSpPr>
          <p:spPr>
            <a:xfrm>
              <a:off x="2919413" y="0"/>
              <a:ext cx="0" cy="6858000"/>
            </a:xfrm>
            <a:prstGeom prst="line">
              <a:avLst/>
            </a:prstGeom>
            <a:ln w="9525"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83C5CBE8-407D-8B1A-F762-3DCE8AB94058}"/>
                </a:ext>
              </a:extLst>
            </p:cNvPr>
            <p:cNvGrpSpPr/>
            <p:nvPr/>
          </p:nvGrpSpPr>
          <p:grpSpPr>
            <a:xfrm>
              <a:off x="126999" y="0"/>
              <a:ext cx="11938607" cy="6858000"/>
              <a:chOff x="126999" y="0"/>
              <a:chExt cx="11938607" cy="6858000"/>
            </a:xfrm>
          </p:grpSpPr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5C58551D-5FAF-3A80-112D-80DEA56949E6}"/>
                  </a:ext>
                </a:extLst>
              </p:cNvPr>
              <p:cNvCxnSpPr/>
              <p:nvPr/>
            </p:nvCxnSpPr>
            <p:spPr>
              <a:xfrm>
                <a:off x="126999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E4A08823-F331-DB92-3A66-BEAE8C82CE6E}"/>
                  </a:ext>
                </a:extLst>
              </p:cNvPr>
              <p:cNvCxnSpPr/>
              <p:nvPr/>
            </p:nvCxnSpPr>
            <p:spPr>
              <a:xfrm>
                <a:off x="12065606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5A92DED-0A02-E33D-2120-7876937EB568}"/>
                  </a:ext>
                </a:extLst>
              </p:cNvPr>
              <p:cNvCxnSpPr/>
              <p:nvPr/>
            </p:nvCxnSpPr>
            <p:spPr>
              <a:xfrm>
                <a:off x="1057804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863768EE-7510-E2EA-72C2-6D32E32223D2}"/>
                  </a:ext>
                </a:extLst>
              </p:cNvPr>
              <p:cNvCxnSpPr/>
              <p:nvPr/>
            </p:nvCxnSpPr>
            <p:spPr>
              <a:xfrm>
                <a:off x="1988609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D12B546E-3D32-41B6-57AC-35592ACBF286}"/>
                  </a:ext>
                </a:extLst>
              </p:cNvPr>
              <p:cNvCxnSpPr/>
              <p:nvPr/>
            </p:nvCxnSpPr>
            <p:spPr>
              <a:xfrm>
                <a:off x="4106157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0DED41D7-F329-8179-71D7-E2A6021301B2}"/>
                  </a:ext>
                </a:extLst>
              </p:cNvPr>
              <p:cNvCxnSpPr/>
              <p:nvPr/>
            </p:nvCxnSpPr>
            <p:spPr>
              <a:xfrm>
                <a:off x="5036785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251DC9E9-6CD7-5BB9-C87B-95FC69D0C4EB}"/>
                  </a:ext>
                </a:extLst>
              </p:cNvPr>
              <p:cNvCxnSpPr/>
              <p:nvPr/>
            </p:nvCxnSpPr>
            <p:spPr>
              <a:xfrm>
                <a:off x="5967413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2FAD2157-1851-70E1-0BCA-558713B647DF}"/>
                  </a:ext>
                </a:extLst>
              </p:cNvPr>
              <p:cNvCxnSpPr/>
              <p:nvPr/>
            </p:nvCxnSpPr>
            <p:spPr>
              <a:xfrm>
                <a:off x="7153980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1971EFC0-2551-C827-DE34-81F2A14B16B7}"/>
                  </a:ext>
                </a:extLst>
              </p:cNvPr>
              <p:cNvCxnSpPr/>
              <p:nvPr/>
            </p:nvCxnSpPr>
            <p:spPr>
              <a:xfrm>
                <a:off x="8083902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A5E4BE67-90C1-83FB-59FC-CFD783093EC7}"/>
                  </a:ext>
                </a:extLst>
              </p:cNvPr>
              <p:cNvCxnSpPr/>
              <p:nvPr/>
            </p:nvCxnSpPr>
            <p:spPr>
              <a:xfrm>
                <a:off x="9013825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1E42A2F0-5C7B-B682-05FF-7A9588557683}"/>
                  </a:ext>
                </a:extLst>
              </p:cNvPr>
              <p:cNvCxnSpPr/>
              <p:nvPr/>
            </p:nvCxnSpPr>
            <p:spPr>
              <a:xfrm>
                <a:off x="10200137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00A43D7-CFE3-F79B-4F10-A1ABCAFD9D30}"/>
                  </a:ext>
                </a:extLst>
              </p:cNvPr>
              <p:cNvCxnSpPr/>
              <p:nvPr/>
            </p:nvCxnSpPr>
            <p:spPr>
              <a:xfrm>
                <a:off x="11132872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42F55C3C-2107-2B28-F6C5-F995A66DD973}"/>
                  </a:ext>
                </a:extLst>
              </p:cNvPr>
              <p:cNvCxnSpPr/>
              <p:nvPr/>
            </p:nvCxnSpPr>
            <p:spPr>
              <a:xfrm>
                <a:off x="3175529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106414CC-B3AB-D85C-09F6-FDE800143DBC}"/>
                  </a:ext>
                </a:extLst>
              </p:cNvPr>
              <p:cNvCxnSpPr/>
              <p:nvPr/>
            </p:nvCxnSpPr>
            <p:spPr>
              <a:xfrm>
                <a:off x="6224058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01E71F41-566F-33CF-E554-E91561634D82}"/>
                  </a:ext>
                </a:extLst>
              </p:cNvPr>
              <p:cNvCxnSpPr/>
              <p:nvPr/>
            </p:nvCxnSpPr>
            <p:spPr>
              <a:xfrm>
                <a:off x="9267402" y="0"/>
                <a:ext cx="0" cy="6858000"/>
              </a:xfrm>
              <a:prstGeom prst="line">
                <a:avLst/>
              </a:prstGeom>
              <a:ln w="9525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F85CDEC7-E876-FF10-C155-2B369F1AA4C9}"/>
              </a:ext>
            </a:extLst>
          </p:cNvPr>
          <p:cNvGrpSpPr/>
          <p:nvPr/>
        </p:nvGrpSpPr>
        <p:grpSpPr>
          <a:xfrm>
            <a:off x="0" y="0"/>
            <a:ext cx="12193588" cy="6858001"/>
            <a:chOff x="0" y="0"/>
            <a:chExt cx="12193588" cy="6858001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4CC6FCF7-25C8-9722-2636-ED7612B0AFA2}"/>
                </a:ext>
              </a:extLst>
            </p:cNvPr>
            <p:cNvSpPr/>
            <p:nvPr/>
          </p:nvSpPr>
          <p:spPr>
            <a:xfrm>
              <a:off x="2924597" y="0"/>
              <a:ext cx="248738" cy="6858000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3B6961DF-692B-E26D-DAD4-82FC56657D8C}"/>
                </a:ext>
              </a:extLst>
            </p:cNvPr>
            <p:cNvSpPr/>
            <p:nvPr/>
          </p:nvSpPr>
          <p:spPr>
            <a:xfrm>
              <a:off x="5975850" y="0"/>
              <a:ext cx="248738" cy="6858000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7CB62F0F-19AF-D686-209D-CF7EE0A77CC3}"/>
                </a:ext>
              </a:extLst>
            </p:cNvPr>
            <p:cNvSpPr/>
            <p:nvPr/>
          </p:nvSpPr>
          <p:spPr>
            <a:xfrm>
              <a:off x="0" y="0"/>
              <a:ext cx="12192000" cy="765175"/>
            </a:xfrm>
            <a:prstGeom prst="rect">
              <a:avLst/>
            </a:prstGeom>
            <a:solidFill>
              <a:schemeClr val="accent6"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87436112-6326-9365-CB91-BFF3F8B0DD13}"/>
                </a:ext>
              </a:extLst>
            </p:cNvPr>
            <p:cNvSpPr/>
            <p:nvPr/>
          </p:nvSpPr>
          <p:spPr>
            <a:xfrm>
              <a:off x="0" y="6091238"/>
              <a:ext cx="12192000" cy="766763"/>
            </a:xfrm>
            <a:prstGeom prst="rect">
              <a:avLst/>
            </a:prstGeom>
            <a:solidFill>
              <a:schemeClr val="accent6"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5B246B0D-C209-D100-EA59-28DA48A503B5}"/>
                </a:ext>
              </a:extLst>
            </p:cNvPr>
            <p:cNvSpPr/>
            <p:nvPr/>
          </p:nvSpPr>
          <p:spPr>
            <a:xfrm>
              <a:off x="0" y="0"/>
              <a:ext cx="117568" cy="6858000"/>
            </a:xfrm>
            <a:prstGeom prst="rect">
              <a:avLst/>
            </a:prstGeom>
            <a:solidFill>
              <a:schemeClr val="accent6"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2593B25A-6F1F-08AB-5F4F-CF1B678CECF5}"/>
                </a:ext>
              </a:extLst>
            </p:cNvPr>
            <p:cNvSpPr/>
            <p:nvPr/>
          </p:nvSpPr>
          <p:spPr>
            <a:xfrm>
              <a:off x="12076020" y="0"/>
              <a:ext cx="117568" cy="6858000"/>
            </a:xfrm>
            <a:prstGeom prst="rect">
              <a:avLst/>
            </a:prstGeom>
            <a:solidFill>
              <a:schemeClr val="accent6"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C35ECD60-F622-8AC1-10C5-5CB7CF152A46}"/>
                </a:ext>
              </a:extLst>
            </p:cNvPr>
            <p:cNvSpPr/>
            <p:nvPr/>
          </p:nvSpPr>
          <p:spPr>
            <a:xfrm>
              <a:off x="9029685" y="0"/>
              <a:ext cx="248738" cy="6858000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0361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.title">
            <a:extLst>
              <a:ext uri="{FF2B5EF4-FFF2-40B4-BE49-F238E27FC236}">
                <a16:creationId xmlns:a16="http://schemas.microsoft.com/office/drawing/2014/main" id="{98453E7D-A8B2-40C9-E6F0-EF673CCD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9" y="856238"/>
            <a:ext cx="10515600" cy="4862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fontAlgn="auto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endParaRPr lang="en-US"/>
          </a:p>
        </p:txBody>
      </p:sp>
      <p:sp>
        <p:nvSpPr>
          <p:cNvPr id="3" name="master.body">
            <a:extLst>
              <a:ext uri="{FF2B5EF4-FFF2-40B4-BE49-F238E27FC236}">
                <a16:creationId xmlns:a16="http://schemas.microsoft.com/office/drawing/2014/main" id="{319077BD-6B08-EECC-5629-12762C6E4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" y="1462086"/>
            <a:ext cx="10515600" cy="83099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master.page_number">
            <a:extLst>
              <a:ext uri="{FF2B5EF4-FFF2-40B4-BE49-F238E27FC236}">
                <a16:creationId xmlns:a16="http://schemas.microsoft.com/office/drawing/2014/main" id="{AD99FF7B-DCE7-886D-44F7-149CD19760A7}"/>
              </a:ext>
            </a:extLst>
          </p:cNvPr>
          <p:cNvSpPr txBox="1">
            <a:spLocks/>
          </p:cNvSpPr>
          <p:nvPr userDrawn="1"/>
        </p:nvSpPr>
        <p:spPr>
          <a:xfrm>
            <a:off x="11803856" y="114731"/>
            <a:ext cx="261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800" spc="-20"/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4935922D-038B-4771-8D89-1246AEADF358}" type="slidenum">
              <a:rPr lang="en-US" noProof="0" smtClean="0"/>
              <a:pPr lvl="0" algn="r"/>
              <a:t>‹#›</a:t>
            </a:fld>
            <a:endParaRPr lang="en-US" noProof="0"/>
          </a:p>
        </p:txBody>
      </p:sp>
      <p:sp>
        <p:nvSpPr>
          <p:cNvPr id="7" name="master.footer.copyright">
            <a:extLst>
              <a:ext uri="{FF2B5EF4-FFF2-40B4-BE49-F238E27FC236}">
                <a16:creationId xmlns:a16="http://schemas.microsoft.com/office/drawing/2014/main" id="{2D6C581A-AFD0-911D-B6DF-E2040F6A495C}"/>
              </a:ext>
            </a:extLst>
          </p:cNvPr>
          <p:cNvSpPr txBox="1">
            <a:spLocks/>
          </p:cNvSpPr>
          <p:nvPr userDrawn="1"/>
        </p:nvSpPr>
        <p:spPr>
          <a:xfrm>
            <a:off x="9733280" y="6643049"/>
            <a:ext cx="2338865" cy="100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-Medium"/>
                <a:ea typeface="+mj-ea"/>
                <a:cs typeface="+mj-cs"/>
              </a:defRPr>
            </a:lvl1pPr>
            <a:lvl2pPr marL="685814" indent="-228605" defTabSz="91441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en-US" sz="600" spc="-10" baseline="0" noProof="0">
                <a:solidFill>
                  <a:schemeClr val="tx1"/>
                </a:solidFill>
                <a:latin typeface="+mj-lt"/>
              </a:rPr>
              <a:t>Copyright © Accenture 2026. All rights reserved.</a:t>
            </a:r>
          </a:p>
        </p:txBody>
      </p:sp>
      <p:sp>
        <p:nvSpPr>
          <p:cNvPr id="16" name="master.guide.instructions">
            <a:extLst>
              <a:ext uri="{FF2B5EF4-FFF2-40B4-BE49-F238E27FC236}">
                <a16:creationId xmlns:a16="http://schemas.microsoft.com/office/drawing/2014/main" id="{4A040C68-C697-AF84-D17A-6F6EBF31F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-2253264" y="-549443"/>
            <a:ext cx="202421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Turn on Guides to see the custom grid.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Mac: Control-option-command-G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Win: Alt-F9 (or Alt-Fn-F9 on some laptops)</a:t>
            </a:r>
          </a:p>
        </p:txBody>
      </p:sp>
      <p:grpSp>
        <p:nvGrpSpPr>
          <p:cNvPr id="123" name="master.guide.eyebrow_margin">
            <a:extLst>
              <a:ext uri="{FF2B5EF4-FFF2-40B4-BE49-F238E27FC236}">
                <a16:creationId xmlns:a16="http://schemas.microsoft.com/office/drawing/2014/main" id="{EAA63EAA-1903-8452-7C3C-6FF14D0F8F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1442174" y="131738"/>
            <a:ext cx="1213119" cy="135357"/>
            <a:chOff x="-1442174" y="131738"/>
            <a:chExt cx="1213119" cy="135357"/>
          </a:xfrm>
        </p:grpSpPr>
        <p:cxnSp>
          <p:nvCxnSpPr>
            <p:cNvPr id="32" name="master.guide.eyebrow.line">
              <a:extLst>
                <a:ext uri="{FF2B5EF4-FFF2-40B4-BE49-F238E27FC236}">
                  <a16:creationId xmlns:a16="http://schemas.microsoft.com/office/drawing/2014/main" id="{5DBEEC46-1B0A-D2CA-9FBB-E8148930712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-1442174" y="131738"/>
              <a:ext cx="1213119" cy="0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master.guide.eyebrow.shape">
              <a:extLst>
                <a:ext uri="{FF2B5EF4-FFF2-40B4-BE49-F238E27FC236}">
                  <a16:creationId xmlns:a16="http://schemas.microsoft.com/office/drawing/2014/main" id="{84B466BB-C1E0-4AC5-C256-71AED70BD2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5400000">
              <a:off x="-293063" y="193497"/>
              <a:ext cx="73152" cy="54864"/>
            </a:xfrm>
            <a:prstGeom prst="triangle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alpha val="10000"/>
                  </a:schemeClr>
                </a:solidFill>
              </a:endParaRPr>
            </a:p>
          </p:txBody>
        </p:sp>
        <p:sp>
          <p:nvSpPr>
            <p:cNvPr id="9" name="master.guide.eyebrow.text">
              <a:extLst>
                <a:ext uri="{FF2B5EF4-FFF2-40B4-BE49-F238E27FC236}">
                  <a16:creationId xmlns:a16="http://schemas.microsoft.com/office/drawing/2014/main" id="{192C3234-2E07-85A0-C56D-FDBBA307A9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795718" y="174762"/>
              <a:ext cx="392736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bg1">
                      <a:lumMod val="65000"/>
                    </a:schemeClr>
                  </a:solidFill>
                  <a:latin typeface="+mj-lt"/>
                </a:defRPr>
              </a:lvl1pPr>
            </a:lstStyle>
            <a:p>
              <a:pPr lvl="0" algn="r"/>
              <a:r>
                <a:rPr lang="en-US">
                  <a:solidFill>
                    <a:schemeClr val="tx1">
                      <a:alpha val="10000"/>
                    </a:schemeClr>
                  </a:solidFill>
                </a:rPr>
                <a:t>EYEBROW</a:t>
              </a:r>
            </a:p>
          </p:txBody>
        </p:sp>
      </p:grpSp>
      <p:grpSp>
        <p:nvGrpSpPr>
          <p:cNvPr id="124" name="master.guide.title_margin">
            <a:extLst>
              <a:ext uri="{FF2B5EF4-FFF2-40B4-BE49-F238E27FC236}">
                <a16:creationId xmlns:a16="http://schemas.microsoft.com/office/drawing/2014/main" id="{98ECFC01-D153-C321-612D-CD2B8240AE5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1442174" y="892855"/>
            <a:ext cx="1213119" cy="139775"/>
            <a:chOff x="-1442174" y="892855"/>
            <a:chExt cx="1213119" cy="139775"/>
          </a:xfrm>
        </p:grpSpPr>
        <p:cxnSp>
          <p:nvCxnSpPr>
            <p:cNvPr id="31" name="master.guide.title.line">
              <a:extLst>
                <a:ext uri="{FF2B5EF4-FFF2-40B4-BE49-F238E27FC236}">
                  <a16:creationId xmlns:a16="http://schemas.microsoft.com/office/drawing/2014/main" id="{7D61D8C8-53D8-0658-1D64-85812D37B64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-1442174" y="892855"/>
              <a:ext cx="1213119" cy="0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master.guide.title.text">
              <a:extLst>
                <a:ext uri="{FF2B5EF4-FFF2-40B4-BE49-F238E27FC236}">
                  <a16:creationId xmlns:a16="http://schemas.microsoft.com/office/drawing/2014/main" id="{FF633533-1A0E-A6B6-A5EE-2452F32415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604355" y="940297"/>
              <a:ext cx="21480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defRPr sz="600">
                  <a:solidFill>
                    <a:schemeClr val="bg1">
                      <a:lumMod val="65000"/>
                    </a:schemeClr>
                  </a:solidFill>
                  <a:latin typeface="+mj-lt"/>
                </a:defRPr>
              </a:lvl1pPr>
            </a:lstStyle>
            <a:p>
              <a:pPr lvl="0" algn="r"/>
              <a:r>
                <a:rPr lang="en-US">
                  <a:solidFill>
                    <a:schemeClr val="tx1">
                      <a:alpha val="10000"/>
                    </a:schemeClr>
                  </a:solidFill>
                </a:rPr>
                <a:t>TITLE</a:t>
              </a:r>
            </a:p>
          </p:txBody>
        </p:sp>
        <p:sp>
          <p:nvSpPr>
            <p:cNvPr id="12" name="master.guide.title.shape">
              <a:extLst>
                <a:ext uri="{FF2B5EF4-FFF2-40B4-BE49-F238E27FC236}">
                  <a16:creationId xmlns:a16="http://schemas.microsoft.com/office/drawing/2014/main" id="{B4F58FF2-A410-79F9-B70F-8E99DF2FD5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5400000">
              <a:off x="-293063" y="959032"/>
              <a:ext cx="73152" cy="54864"/>
            </a:xfrm>
            <a:prstGeom prst="triangle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alpha val="10000"/>
                  </a:schemeClr>
                </a:solidFill>
              </a:endParaRPr>
            </a:p>
          </p:txBody>
        </p:sp>
      </p:grpSp>
      <p:grpSp>
        <p:nvGrpSpPr>
          <p:cNvPr id="120" name="master.guide.content_vertical_half">
            <a:extLst>
              <a:ext uri="{FF2B5EF4-FFF2-40B4-BE49-F238E27FC236}">
                <a16:creationId xmlns:a16="http://schemas.microsoft.com/office/drawing/2014/main" id="{D8A3AAEA-B2E7-8DE0-A860-C38C20C53CB8}"/>
              </a:ext>
            </a:extLst>
          </p:cNvPr>
          <p:cNvGrpSpPr/>
          <p:nvPr userDrawn="1"/>
        </p:nvGrpSpPr>
        <p:grpSpPr>
          <a:xfrm>
            <a:off x="-625636" y="3556074"/>
            <a:ext cx="333746" cy="147608"/>
            <a:chOff x="-625636" y="3556074"/>
            <a:chExt cx="333746" cy="147608"/>
          </a:xfrm>
        </p:grpSpPr>
        <p:cxnSp>
          <p:nvCxnSpPr>
            <p:cNvPr id="45" name="master.guide.content_mid.line">
              <a:extLst>
                <a:ext uri="{FF2B5EF4-FFF2-40B4-BE49-F238E27FC236}">
                  <a16:creationId xmlns:a16="http://schemas.microsoft.com/office/drawing/2014/main" id="{9C7D5350-448F-36B4-2B96-557E99E90E96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-458763" y="3389201"/>
              <a:ext cx="0" cy="333746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master.guide.content_mid.text">
              <a:extLst>
                <a:ext uri="{FF2B5EF4-FFF2-40B4-BE49-F238E27FC236}">
                  <a16:creationId xmlns:a16="http://schemas.microsoft.com/office/drawing/2014/main" id="{2BE41B26-9F47-41CF-502E-A60DEB52E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-571493" y="3611349"/>
              <a:ext cx="149080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defRPr sz="600">
                  <a:solidFill>
                    <a:srgbClr val="7500C0">
                      <a:alpha val="50000"/>
                    </a:srgbClr>
                  </a:solidFill>
                  <a:latin typeface="+mj-lt"/>
                </a:defRPr>
              </a:lvl1pPr>
            </a:lstStyle>
            <a:p>
              <a:pPr lvl="0"/>
              <a:r>
                <a:rPr lang="en-US">
                  <a:solidFill>
                    <a:srgbClr val="7500C0">
                      <a:alpha val="30000"/>
                    </a:srgbClr>
                  </a:solidFill>
                </a:rPr>
                <a:t>1 / 2</a:t>
              </a:r>
            </a:p>
          </p:txBody>
        </p:sp>
        <p:sp>
          <p:nvSpPr>
            <p:cNvPr id="44" name="master.guide.content_mid.shape">
              <a:extLst>
                <a:ext uri="{FF2B5EF4-FFF2-40B4-BE49-F238E27FC236}">
                  <a16:creationId xmlns:a16="http://schemas.microsoft.com/office/drawing/2014/main" id="{028EE3E2-61CE-CE27-71DB-9775DAAA2832}"/>
                </a:ext>
              </a:extLst>
            </p:cNvPr>
            <p:cNvSpPr/>
            <p:nvPr userDrawn="1"/>
          </p:nvSpPr>
          <p:spPr>
            <a:xfrm rot="5400000">
              <a:off x="-355898" y="3630083"/>
              <a:ext cx="73152" cy="54864"/>
            </a:xfrm>
            <a:prstGeom prst="triangle">
              <a:avLst/>
            </a:prstGeom>
            <a:solidFill>
              <a:srgbClr val="7500C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>
                    <a:alpha val="10000"/>
                  </a:schemeClr>
                </a:solidFill>
              </a:endParaRPr>
            </a:p>
          </p:txBody>
        </p:sp>
      </p:grpSp>
      <p:grpSp>
        <p:nvGrpSpPr>
          <p:cNvPr id="121" name="master.guide.content_baseline">
            <a:extLst>
              <a:ext uri="{FF2B5EF4-FFF2-40B4-BE49-F238E27FC236}">
                <a16:creationId xmlns:a16="http://schemas.microsoft.com/office/drawing/2014/main" id="{B2E7AB4A-8DFD-5EA0-BEB6-604B7FF3639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1442174" y="5955882"/>
            <a:ext cx="1213119" cy="135356"/>
            <a:chOff x="-1442174" y="5955882"/>
            <a:chExt cx="1213119" cy="135356"/>
          </a:xfrm>
        </p:grpSpPr>
        <p:cxnSp>
          <p:nvCxnSpPr>
            <p:cNvPr id="42" name="master.guide.content_baseline.line">
              <a:extLst>
                <a:ext uri="{FF2B5EF4-FFF2-40B4-BE49-F238E27FC236}">
                  <a16:creationId xmlns:a16="http://schemas.microsoft.com/office/drawing/2014/main" id="{9CAE2BDE-EDF2-E7DB-3AFE-2610C0837C8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-1442174" y="6091238"/>
              <a:ext cx="1213119" cy="0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master.guide.content_baseline.text">
              <a:extLst>
                <a:ext uri="{FF2B5EF4-FFF2-40B4-BE49-F238E27FC236}">
                  <a16:creationId xmlns:a16="http://schemas.microsoft.com/office/drawing/2014/main" id="{E5627392-A6AF-D919-435C-CE83A67C53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1167010" y="5955882"/>
              <a:ext cx="777457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defRPr sz="600">
                  <a:solidFill>
                    <a:schemeClr val="bg1">
                      <a:lumMod val="65000"/>
                    </a:schemeClr>
                  </a:solidFill>
                  <a:latin typeface="+mj-lt"/>
                </a:defRPr>
              </a:lvl1pPr>
            </a:lstStyle>
            <a:p>
              <a:pPr lvl="0" algn="r"/>
              <a:r>
                <a:rPr lang="en-US">
                  <a:solidFill>
                    <a:schemeClr val="tx1">
                      <a:alpha val="10000"/>
                    </a:schemeClr>
                  </a:solidFill>
                </a:rPr>
                <a:t>CONTENT BASELINE</a:t>
              </a:r>
            </a:p>
          </p:txBody>
        </p:sp>
        <p:sp>
          <p:nvSpPr>
            <p:cNvPr id="40" name="master.guide.content_baseline.shape">
              <a:extLst>
                <a:ext uri="{FF2B5EF4-FFF2-40B4-BE49-F238E27FC236}">
                  <a16:creationId xmlns:a16="http://schemas.microsoft.com/office/drawing/2014/main" id="{B1B9FDD6-8E1D-5E07-C32E-2A6C92676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5400000">
              <a:off x="-293063" y="5974617"/>
              <a:ext cx="73152" cy="54864"/>
            </a:xfrm>
            <a:prstGeom prst="triangle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master.guide.footer_margin">
            <a:extLst>
              <a:ext uri="{FF2B5EF4-FFF2-40B4-BE49-F238E27FC236}">
                <a16:creationId xmlns:a16="http://schemas.microsoft.com/office/drawing/2014/main" id="{0C96FB42-6DD9-88FC-53EF-CA13C183D03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1442174" y="6594850"/>
            <a:ext cx="1213119" cy="135356"/>
            <a:chOff x="-1442174" y="6594850"/>
            <a:chExt cx="1213119" cy="135356"/>
          </a:xfrm>
        </p:grpSpPr>
        <p:cxnSp>
          <p:nvCxnSpPr>
            <p:cNvPr id="30" name="master.guide.footer.line">
              <a:extLst>
                <a:ext uri="{FF2B5EF4-FFF2-40B4-BE49-F238E27FC236}">
                  <a16:creationId xmlns:a16="http://schemas.microsoft.com/office/drawing/2014/main" id="{B7CAC5CE-E24E-A281-2A9A-66982633B25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-1442174" y="6730206"/>
              <a:ext cx="1213119" cy="0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master.guide.footer.text">
              <a:extLst>
                <a:ext uri="{FF2B5EF4-FFF2-40B4-BE49-F238E27FC236}">
                  <a16:creationId xmlns:a16="http://schemas.microsoft.com/office/drawing/2014/main" id="{B99C2A1E-3F16-45A3-3B6F-764BB372D68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710154" y="6594850"/>
              <a:ext cx="320601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defRPr sz="600">
                  <a:solidFill>
                    <a:schemeClr val="bg1">
                      <a:lumMod val="65000"/>
                    </a:schemeClr>
                  </a:solidFill>
                  <a:latin typeface="+mj-lt"/>
                </a:defRPr>
              </a:lvl1pPr>
            </a:lstStyle>
            <a:p>
              <a:pPr lvl="0" algn="r"/>
              <a:r>
                <a:rPr lang="en-US">
                  <a:solidFill>
                    <a:schemeClr val="tx1">
                      <a:alpha val="10000"/>
                    </a:schemeClr>
                  </a:solidFill>
                </a:rPr>
                <a:t>FOOTER</a:t>
              </a:r>
            </a:p>
          </p:txBody>
        </p:sp>
        <p:sp>
          <p:nvSpPr>
            <p:cNvPr id="13" name="master.guide.footer.shape">
              <a:extLst>
                <a:ext uri="{FF2B5EF4-FFF2-40B4-BE49-F238E27FC236}">
                  <a16:creationId xmlns:a16="http://schemas.microsoft.com/office/drawing/2014/main" id="{3F959CB0-4970-60D6-FA8A-E96AA0A376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5400000">
              <a:off x="-293063" y="6613585"/>
              <a:ext cx="73152" cy="54864"/>
            </a:xfrm>
            <a:prstGeom prst="triangle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master.guide.left_margin">
            <a:extLst>
              <a:ext uri="{FF2B5EF4-FFF2-40B4-BE49-F238E27FC236}">
                <a16:creationId xmlns:a16="http://schemas.microsoft.com/office/drawing/2014/main" id="{6F4AC43D-2574-DE67-49FB-58A39EFDCA0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9381" y="-737769"/>
            <a:ext cx="590236" cy="520630"/>
            <a:chOff x="129381" y="-737769"/>
            <a:chExt cx="590236" cy="520630"/>
          </a:xfrm>
        </p:grpSpPr>
        <p:cxnSp>
          <p:nvCxnSpPr>
            <p:cNvPr id="33" name="master.guide.col_left.line">
              <a:extLst>
                <a:ext uri="{FF2B5EF4-FFF2-40B4-BE49-F238E27FC236}">
                  <a16:creationId xmlns:a16="http://schemas.microsoft.com/office/drawing/2014/main" id="{6A07F4B4-790A-743F-B728-44ED92667B5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129381" y="-737769"/>
              <a:ext cx="0" cy="520630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aster.guide.col_left.text">
              <a:extLst>
                <a:ext uri="{FF2B5EF4-FFF2-40B4-BE49-F238E27FC236}">
                  <a16:creationId xmlns:a16="http://schemas.microsoft.com/office/drawing/2014/main" id="{301E4A94-E389-BDC3-B9E3-358C1DE04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01847" y="-443037"/>
              <a:ext cx="517770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>
                      <a:alpha val="10000"/>
                    </a:schemeClr>
                  </a:solidFill>
                  <a:latin typeface="+mj-lt"/>
                </a:rPr>
                <a:t>LEFT MARGIN</a:t>
              </a:r>
            </a:p>
          </p:txBody>
        </p:sp>
        <p:sp>
          <p:nvSpPr>
            <p:cNvPr id="18" name="master.guide.col_left.shape">
              <a:extLst>
                <a:ext uri="{FF2B5EF4-FFF2-40B4-BE49-F238E27FC236}">
                  <a16:creationId xmlns:a16="http://schemas.microsoft.com/office/drawing/2014/main" id="{A4F82DBD-0B2B-B6C1-BE15-56583F68BE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204849" y="-280103"/>
              <a:ext cx="73152" cy="54864"/>
            </a:xfrm>
            <a:prstGeom prst="triangle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alpha val="10000"/>
                  </a:schemeClr>
                </a:solidFill>
              </a:endParaRPr>
            </a:p>
          </p:txBody>
        </p:sp>
      </p:grpSp>
      <p:grpSp>
        <p:nvGrpSpPr>
          <p:cNvPr id="116" name="master.guide.second_quartile">
            <a:extLst>
              <a:ext uri="{FF2B5EF4-FFF2-40B4-BE49-F238E27FC236}">
                <a16:creationId xmlns:a16="http://schemas.microsoft.com/office/drawing/2014/main" id="{1D6749E6-3AD4-3B89-0C00-F7E6C37F4BC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176238" y="-550885"/>
            <a:ext cx="202987" cy="333746"/>
            <a:chOff x="3176238" y="-550885"/>
            <a:chExt cx="202987" cy="333746"/>
          </a:xfrm>
        </p:grpSpPr>
        <p:cxnSp>
          <p:nvCxnSpPr>
            <p:cNvPr id="35" name="master.guide.col_25.line">
              <a:extLst>
                <a:ext uri="{FF2B5EF4-FFF2-40B4-BE49-F238E27FC236}">
                  <a16:creationId xmlns:a16="http://schemas.microsoft.com/office/drawing/2014/main" id="{FA8FEA12-6724-5C86-F74F-3B6B779B784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3176238" y="-550885"/>
              <a:ext cx="0" cy="333746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aster.guide.col_25.text">
              <a:extLst>
                <a:ext uri="{FF2B5EF4-FFF2-40B4-BE49-F238E27FC236}">
                  <a16:creationId xmlns:a16="http://schemas.microsoft.com/office/drawing/2014/main" id="{53EEEEBC-DEAB-EA85-98A7-9A53B5870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247779" y="-443037"/>
              <a:ext cx="131446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tx1">
                      <a:alpha val="10000"/>
                    </a:schemeClr>
                  </a:solidFill>
                  <a:latin typeface="+mj-lt"/>
                </a:defRPr>
              </a:lvl1pPr>
            </a:lstStyle>
            <a:p>
              <a:pPr lvl="0"/>
              <a:r>
                <a:rPr lang="en-US">
                  <a:solidFill>
                    <a:srgbClr val="FF50A0">
                      <a:alpha val="30000"/>
                    </a:srgbClr>
                  </a:solidFill>
                </a:rPr>
                <a:t>1 / 4</a:t>
              </a:r>
            </a:p>
          </p:txBody>
        </p:sp>
        <p:sp>
          <p:nvSpPr>
            <p:cNvPr id="19" name="master.guide.col_25.shape">
              <a:extLst>
                <a:ext uri="{FF2B5EF4-FFF2-40B4-BE49-F238E27FC236}">
                  <a16:creationId xmlns:a16="http://schemas.microsoft.com/office/drawing/2014/main" id="{DDB3E071-52D2-CE55-8B8B-B374ADB454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3275534" y="-280103"/>
              <a:ext cx="73152" cy="54864"/>
            </a:xfrm>
            <a:prstGeom prst="triangle">
              <a:avLst/>
            </a:prstGeom>
            <a:solidFill>
              <a:srgbClr val="FF50A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50">
                    <a:alpha val="50000"/>
                  </a:srgbClr>
                </a:solidFill>
              </a:endParaRPr>
            </a:p>
          </p:txBody>
        </p:sp>
      </p:grpSp>
      <p:grpSp>
        <p:nvGrpSpPr>
          <p:cNvPr id="115" name="master.guide.content_horizontal_half">
            <a:extLst>
              <a:ext uri="{FF2B5EF4-FFF2-40B4-BE49-F238E27FC236}">
                <a16:creationId xmlns:a16="http://schemas.microsoft.com/office/drawing/2014/main" id="{76580CC4-7712-DB40-AFEE-9250309C2B8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23793" y="-550885"/>
            <a:ext cx="199191" cy="333746"/>
            <a:chOff x="6223793" y="-550885"/>
            <a:chExt cx="199191" cy="333746"/>
          </a:xfrm>
        </p:grpSpPr>
        <p:cxnSp>
          <p:nvCxnSpPr>
            <p:cNvPr id="37" name="master.guide.col_50.line">
              <a:extLst>
                <a:ext uri="{FF2B5EF4-FFF2-40B4-BE49-F238E27FC236}">
                  <a16:creationId xmlns:a16="http://schemas.microsoft.com/office/drawing/2014/main" id="{A1C125C6-B876-CD62-4EC8-00DF5EBFD3E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223793" y="-550885"/>
              <a:ext cx="0" cy="333746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master.guide.col_50.text">
              <a:extLst>
                <a:ext uri="{FF2B5EF4-FFF2-40B4-BE49-F238E27FC236}">
                  <a16:creationId xmlns:a16="http://schemas.microsoft.com/office/drawing/2014/main" id="{7A09B256-BBE6-C61C-4524-67C85FA87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96346" y="-443037"/>
              <a:ext cx="126638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defRPr sz="600">
                  <a:solidFill>
                    <a:srgbClr val="00B050">
                      <a:alpha val="50000"/>
                    </a:srgbClr>
                  </a:solidFill>
                  <a:latin typeface="+mj-lt"/>
                </a:defRPr>
              </a:lvl1pPr>
            </a:lstStyle>
            <a:p>
              <a:pPr lvl="0"/>
              <a:r>
                <a:rPr lang="en-US">
                  <a:solidFill>
                    <a:srgbClr val="FF50A0">
                      <a:alpha val="30000"/>
                    </a:srgbClr>
                  </a:solidFill>
                </a:rPr>
                <a:t>1 / 2</a:t>
              </a:r>
            </a:p>
          </p:txBody>
        </p:sp>
        <p:sp>
          <p:nvSpPr>
            <p:cNvPr id="22" name="master.guide.col_50.shape">
              <a:extLst>
                <a:ext uri="{FF2B5EF4-FFF2-40B4-BE49-F238E27FC236}">
                  <a16:creationId xmlns:a16="http://schemas.microsoft.com/office/drawing/2014/main" id="{5D5B3C23-3257-6FDC-24F8-A03A7916EC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6323089" y="-280103"/>
              <a:ext cx="73152" cy="54864"/>
            </a:xfrm>
            <a:prstGeom prst="triangle">
              <a:avLst/>
            </a:prstGeom>
            <a:solidFill>
              <a:srgbClr val="FF50A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rgbClr val="00B050">
                    <a:alpha val="50000"/>
                  </a:srgbClr>
                </a:solidFill>
              </a:endParaRPr>
            </a:p>
          </p:txBody>
        </p:sp>
      </p:grpSp>
      <p:grpSp>
        <p:nvGrpSpPr>
          <p:cNvPr id="114" name="master.guide.fourth_quartile">
            <a:extLst>
              <a:ext uri="{FF2B5EF4-FFF2-40B4-BE49-F238E27FC236}">
                <a16:creationId xmlns:a16="http://schemas.microsoft.com/office/drawing/2014/main" id="{49C56B9F-8436-F525-62E0-1D26DC9DB8B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74969" y="-550885"/>
            <a:ext cx="212015" cy="333746"/>
            <a:chOff x="9274969" y="-550885"/>
            <a:chExt cx="212015" cy="333746"/>
          </a:xfrm>
        </p:grpSpPr>
        <p:sp>
          <p:nvSpPr>
            <p:cNvPr id="25" name="master.guide.col_75.text">
              <a:extLst>
                <a:ext uri="{FF2B5EF4-FFF2-40B4-BE49-F238E27FC236}">
                  <a16:creationId xmlns:a16="http://schemas.microsoft.com/office/drawing/2014/main" id="{5C481B7F-3BC8-E101-0601-97FAC9FF76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334698" y="-443037"/>
              <a:ext cx="152286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defRPr sz="600">
                  <a:solidFill>
                    <a:srgbClr val="00B050">
                      <a:alpha val="50000"/>
                    </a:srgbClr>
                  </a:solidFill>
                  <a:latin typeface="+mj-lt"/>
                </a:defRPr>
              </a:lvl1pPr>
            </a:lstStyle>
            <a:p>
              <a:pPr lvl="0"/>
              <a:r>
                <a:rPr lang="en-US">
                  <a:solidFill>
                    <a:srgbClr val="FF50A0">
                      <a:alpha val="30000"/>
                    </a:srgbClr>
                  </a:solidFill>
                </a:rPr>
                <a:t>3 / 4</a:t>
              </a:r>
            </a:p>
          </p:txBody>
        </p:sp>
        <p:sp>
          <p:nvSpPr>
            <p:cNvPr id="26" name="master.guide.col_75.shape">
              <a:extLst>
                <a:ext uri="{FF2B5EF4-FFF2-40B4-BE49-F238E27FC236}">
                  <a16:creationId xmlns:a16="http://schemas.microsoft.com/office/drawing/2014/main" id="{7240C399-B891-3A72-8734-1F40D62604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9374265" y="-280103"/>
              <a:ext cx="73152" cy="54864"/>
            </a:xfrm>
            <a:prstGeom prst="triangle">
              <a:avLst/>
            </a:prstGeom>
            <a:solidFill>
              <a:srgbClr val="FF50A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rgbClr val="00B050">
                    <a:alpha val="50000"/>
                  </a:srgbClr>
                </a:solidFill>
              </a:endParaRPr>
            </a:p>
          </p:txBody>
        </p:sp>
        <p:cxnSp>
          <p:nvCxnSpPr>
            <p:cNvPr id="39" name="master.guide.col_75.line">
              <a:extLst>
                <a:ext uri="{FF2B5EF4-FFF2-40B4-BE49-F238E27FC236}">
                  <a16:creationId xmlns:a16="http://schemas.microsoft.com/office/drawing/2014/main" id="{B621EFE4-1975-840B-AE2C-76ABD53EBA6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9274969" y="-550885"/>
              <a:ext cx="0" cy="333746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master.guide.right_margin">
            <a:extLst>
              <a:ext uri="{FF2B5EF4-FFF2-40B4-BE49-F238E27FC236}">
                <a16:creationId xmlns:a16="http://schemas.microsoft.com/office/drawing/2014/main" id="{419C678D-FAC1-4E66-AF63-886583712E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1425997" y="-737769"/>
            <a:ext cx="639003" cy="520630"/>
            <a:chOff x="11425997" y="-737769"/>
            <a:chExt cx="639003" cy="520630"/>
          </a:xfrm>
        </p:grpSpPr>
        <p:sp>
          <p:nvSpPr>
            <p:cNvPr id="27" name="master.guide.col_right.text">
              <a:extLst>
                <a:ext uri="{FF2B5EF4-FFF2-40B4-BE49-F238E27FC236}">
                  <a16:creationId xmlns:a16="http://schemas.microsoft.com/office/drawing/2014/main" id="{19551563-B41D-5528-7A14-1F3AD35E2C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1425997" y="-443037"/>
              <a:ext cx="567463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>
                      <a:alpha val="10000"/>
                    </a:schemeClr>
                  </a:solidFill>
                  <a:latin typeface="+mj-lt"/>
                </a:rPr>
                <a:t>RIGHT MARGIN</a:t>
              </a:r>
            </a:p>
          </p:txBody>
        </p:sp>
        <p:sp>
          <p:nvSpPr>
            <p:cNvPr id="28" name="master.guide.col_right.shape">
              <a:extLst>
                <a:ext uri="{FF2B5EF4-FFF2-40B4-BE49-F238E27FC236}">
                  <a16:creationId xmlns:a16="http://schemas.microsoft.com/office/drawing/2014/main" id="{5981E950-BDBC-2DC6-357A-22E09DFBD0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11920308" y="-280103"/>
              <a:ext cx="73152" cy="54864"/>
            </a:xfrm>
            <a:prstGeom prst="triangle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alpha val="10000"/>
                  </a:schemeClr>
                </a:solidFill>
              </a:endParaRPr>
            </a:p>
          </p:txBody>
        </p:sp>
        <p:cxnSp>
          <p:nvCxnSpPr>
            <p:cNvPr id="34" name="master.guide.col_right.line">
              <a:extLst>
                <a:ext uri="{FF2B5EF4-FFF2-40B4-BE49-F238E27FC236}">
                  <a16:creationId xmlns:a16="http://schemas.microsoft.com/office/drawing/2014/main" id="{164E8874-92F6-B598-250D-E2255C3404C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12065000" y="-737769"/>
              <a:ext cx="0" cy="520630"/>
            </a:xfrm>
            <a:prstGeom prst="line">
              <a:avLst/>
            </a:prstGeom>
            <a:ln w="9525">
              <a:solidFill>
                <a:schemeClr val="tx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45854488-CAE9-4796-0DDE-8B6BDE192C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6205" y="6594850"/>
            <a:ext cx="1129424" cy="136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722E92-5BD4-06A4-B584-7518898BDE39}"/>
              </a:ext>
            </a:extLst>
          </p:cNvPr>
          <p:cNvSpPr/>
          <p:nvPr/>
        </p:nvSpPr>
        <p:spPr>
          <a:xfrm>
            <a:off x="12412247" y="0"/>
            <a:ext cx="875465" cy="2040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  <a:defRPr/>
            </a:pPr>
            <a:r>
              <a:rPr lang="en-US" sz="500" spc="-20">
                <a:solidFill>
                  <a:schemeClr val="tx1"/>
                </a:solidFill>
                <a:latin typeface="Graphik"/>
              </a:rPr>
              <a:t>Purple 100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25238E-611D-3ADC-FAD7-E5B9F3A4547F}"/>
              </a:ext>
            </a:extLst>
          </p:cNvPr>
          <p:cNvSpPr/>
          <p:nvPr/>
        </p:nvSpPr>
        <p:spPr>
          <a:xfrm>
            <a:off x="12412249" y="202649"/>
            <a:ext cx="875465" cy="204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tx1"/>
                </a:solidFill>
                <a:latin typeface="Graphik"/>
              </a:rPr>
              <a:t>Purple 200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C6C0D5-F5F1-D720-5EC5-68D9AB34AE2D}"/>
              </a:ext>
            </a:extLst>
          </p:cNvPr>
          <p:cNvSpPr/>
          <p:nvPr/>
        </p:nvSpPr>
        <p:spPr>
          <a:xfrm>
            <a:off x="12412251" y="406376"/>
            <a:ext cx="875465" cy="2040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Purple 300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7040F4-15DC-F98F-A8C2-A8C4237E2B90}"/>
              </a:ext>
            </a:extLst>
          </p:cNvPr>
          <p:cNvSpPr/>
          <p:nvPr/>
        </p:nvSpPr>
        <p:spPr>
          <a:xfrm>
            <a:off x="12412249" y="609026"/>
            <a:ext cx="875465" cy="204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Purple 400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D98955-3B1B-F851-EC25-359A44DE1FC1}"/>
              </a:ext>
            </a:extLst>
          </p:cNvPr>
          <p:cNvSpPr/>
          <p:nvPr/>
        </p:nvSpPr>
        <p:spPr>
          <a:xfrm>
            <a:off x="12412249" y="812284"/>
            <a:ext cx="875465" cy="2040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Purple 500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1751E0-3D1A-155B-2A01-3DAFF910F9A1}"/>
              </a:ext>
            </a:extLst>
          </p:cNvPr>
          <p:cNvSpPr/>
          <p:nvPr/>
        </p:nvSpPr>
        <p:spPr>
          <a:xfrm>
            <a:off x="12412249" y="1014934"/>
            <a:ext cx="875465" cy="204095"/>
          </a:xfrm>
          <a:prstGeom prst="rect">
            <a:avLst/>
          </a:prstGeom>
          <a:solidFill>
            <a:srgbClr val="3500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Text only (on purple)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588F3B-7306-5575-BEAA-0DEB1FAA2C9D}"/>
              </a:ext>
            </a:extLst>
          </p:cNvPr>
          <p:cNvSpPr/>
          <p:nvPr userDrawn="1"/>
        </p:nvSpPr>
        <p:spPr>
          <a:xfrm>
            <a:off x="12412241" y="1288596"/>
            <a:ext cx="875470" cy="204095"/>
          </a:xfrm>
          <a:prstGeom prst="rect">
            <a:avLst/>
          </a:prstGeom>
          <a:solidFill>
            <a:srgbClr val="DCF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  <a:defRPr/>
            </a:pPr>
            <a:r>
              <a:rPr lang="en-US" sz="500" spc="-20">
                <a:solidFill>
                  <a:srgbClr val="004A43"/>
                </a:solidFill>
                <a:latin typeface="Graphik"/>
              </a:rPr>
              <a:t>Aqua 100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21B21F-4188-1AA6-648B-D4FEAABDBABF}"/>
              </a:ext>
            </a:extLst>
          </p:cNvPr>
          <p:cNvSpPr/>
          <p:nvPr userDrawn="1"/>
        </p:nvSpPr>
        <p:spPr>
          <a:xfrm>
            <a:off x="12412241" y="1486193"/>
            <a:ext cx="875470" cy="204095"/>
          </a:xfrm>
          <a:prstGeom prst="rect">
            <a:avLst/>
          </a:prstGeom>
          <a:solidFill>
            <a:srgbClr val="A3F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rgbClr val="004A43"/>
                </a:solidFill>
                <a:latin typeface="Graphik"/>
              </a:rPr>
              <a:t>Aqua 200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5F749C-89C1-72FF-AD25-7E38BAFB3434}"/>
              </a:ext>
            </a:extLst>
          </p:cNvPr>
          <p:cNvSpPr/>
          <p:nvPr userDrawn="1"/>
        </p:nvSpPr>
        <p:spPr>
          <a:xfrm>
            <a:off x="12412243" y="1683790"/>
            <a:ext cx="875469" cy="204095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rgbClr val="004A43"/>
                </a:solidFill>
                <a:latin typeface="Graphik"/>
              </a:rPr>
              <a:t>Aqua 300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CC6B73-9D67-7AEB-5395-444916A08D12}"/>
              </a:ext>
            </a:extLst>
          </p:cNvPr>
          <p:cNvSpPr/>
          <p:nvPr userDrawn="1"/>
        </p:nvSpPr>
        <p:spPr>
          <a:xfrm>
            <a:off x="12412241" y="1888354"/>
            <a:ext cx="875467" cy="204095"/>
          </a:xfrm>
          <a:prstGeom prst="rect">
            <a:avLst/>
          </a:prstGeom>
          <a:solidFill>
            <a:srgbClr val="02B8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Aqua 400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733E48-78D5-EC67-0879-F5C9F53A1085}"/>
              </a:ext>
            </a:extLst>
          </p:cNvPr>
          <p:cNvSpPr/>
          <p:nvPr userDrawn="1"/>
        </p:nvSpPr>
        <p:spPr>
          <a:xfrm>
            <a:off x="12412242" y="2092449"/>
            <a:ext cx="875467" cy="204095"/>
          </a:xfrm>
          <a:prstGeom prst="rect">
            <a:avLst/>
          </a:prstGeom>
          <a:solidFill>
            <a:srgbClr val="016B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Aqua 500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B2A18C-046A-4AA1-A1E9-E009A48329A2}"/>
              </a:ext>
            </a:extLst>
          </p:cNvPr>
          <p:cNvSpPr/>
          <p:nvPr userDrawn="1"/>
        </p:nvSpPr>
        <p:spPr>
          <a:xfrm>
            <a:off x="12412243" y="2296542"/>
            <a:ext cx="875466" cy="204095"/>
          </a:xfrm>
          <a:prstGeom prst="rect">
            <a:avLst/>
          </a:prstGeom>
          <a:solidFill>
            <a:srgbClr val="004A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Text only (on aqua)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2A210C-42B6-6C73-5D3D-34A203EA8E48}"/>
              </a:ext>
            </a:extLst>
          </p:cNvPr>
          <p:cNvSpPr/>
          <p:nvPr userDrawn="1"/>
        </p:nvSpPr>
        <p:spPr>
          <a:xfrm>
            <a:off x="13351697" y="1288597"/>
            <a:ext cx="875470" cy="204095"/>
          </a:xfrm>
          <a:prstGeom prst="rect">
            <a:avLst/>
          </a:prstGeom>
          <a:solidFill>
            <a:srgbClr val="FFE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  <a:defRPr/>
            </a:pPr>
            <a:r>
              <a:rPr lang="en-US" sz="500" spc="-20">
                <a:solidFill>
                  <a:srgbClr val="5C082E"/>
                </a:solidFill>
                <a:latin typeface="Graphik"/>
              </a:rPr>
              <a:t>Pink 100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32599F-0CA7-C3E7-FB18-A8953A49B1DA}"/>
              </a:ext>
            </a:extLst>
          </p:cNvPr>
          <p:cNvSpPr/>
          <p:nvPr userDrawn="1"/>
        </p:nvSpPr>
        <p:spPr>
          <a:xfrm>
            <a:off x="13351697" y="1486194"/>
            <a:ext cx="875467" cy="204095"/>
          </a:xfrm>
          <a:prstGeom prst="rect">
            <a:avLst/>
          </a:prstGeom>
          <a:solidFill>
            <a:srgbClr val="FFA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rgbClr val="5C082E"/>
                </a:solidFill>
                <a:latin typeface="Graphik"/>
              </a:rPr>
              <a:t>Pink 200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41F9B-12E4-659D-8D8D-49B3E74D0A2D}"/>
              </a:ext>
            </a:extLst>
          </p:cNvPr>
          <p:cNvSpPr/>
          <p:nvPr userDrawn="1"/>
        </p:nvSpPr>
        <p:spPr>
          <a:xfrm>
            <a:off x="13351699" y="1683790"/>
            <a:ext cx="875466" cy="204095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rgbClr val="5C082E"/>
                </a:solidFill>
                <a:latin typeface="Graphik"/>
              </a:rPr>
              <a:t>Pink 300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4AE704B-04EE-C8F6-7F0B-4258EE86A1B3}"/>
              </a:ext>
            </a:extLst>
          </p:cNvPr>
          <p:cNvSpPr/>
          <p:nvPr userDrawn="1"/>
        </p:nvSpPr>
        <p:spPr>
          <a:xfrm>
            <a:off x="13351700" y="1888356"/>
            <a:ext cx="875466" cy="204095"/>
          </a:xfrm>
          <a:prstGeom prst="rect">
            <a:avLst/>
          </a:prstGeom>
          <a:solidFill>
            <a:srgbClr val="CC1A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Pink 400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61A5D5-E637-AA9D-5AE0-9717CCC4111A}"/>
              </a:ext>
            </a:extLst>
          </p:cNvPr>
          <p:cNvSpPr/>
          <p:nvPr userDrawn="1"/>
        </p:nvSpPr>
        <p:spPr>
          <a:xfrm>
            <a:off x="13351701" y="2092449"/>
            <a:ext cx="875467" cy="204095"/>
          </a:xfrm>
          <a:prstGeom prst="rect">
            <a:avLst/>
          </a:prstGeom>
          <a:solidFill>
            <a:srgbClr val="7A0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Pink 500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265015-04C1-299B-44BE-662FBB651CD7}"/>
              </a:ext>
            </a:extLst>
          </p:cNvPr>
          <p:cNvSpPr/>
          <p:nvPr userDrawn="1"/>
        </p:nvSpPr>
        <p:spPr>
          <a:xfrm>
            <a:off x="13351702" y="2296540"/>
            <a:ext cx="875470" cy="204095"/>
          </a:xfrm>
          <a:prstGeom prst="rect">
            <a:avLst/>
          </a:prstGeom>
          <a:solidFill>
            <a:srgbClr val="5C08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Text only (on pink)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31107D-010D-D679-E53A-9DD46A66C083}"/>
              </a:ext>
            </a:extLst>
          </p:cNvPr>
          <p:cNvSpPr/>
          <p:nvPr/>
        </p:nvSpPr>
        <p:spPr>
          <a:xfrm>
            <a:off x="13351705" y="4683"/>
            <a:ext cx="875469" cy="204095"/>
          </a:xfrm>
          <a:prstGeom prst="rect">
            <a:avLst/>
          </a:prstGeom>
          <a:solidFill>
            <a:srgbClr val="DCE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  <a:defRPr/>
            </a:pPr>
            <a:r>
              <a:rPr lang="en-US" sz="500" spc="-20">
                <a:solidFill>
                  <a:srgbClr val="000A35"/>
                </a:solidFill>
                <a:latin typeface="Graphik"/>
              </a:rPr>
              <a:t>Blue 100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899F0AD-484E-9CD6-2F30-D79200038D4A}"/>
              </a:ext>
            </a:extLst>
          </p:cNvPr>
          <p:cNvSpPr/>
          <p:nvPr/>
        </p:nvSpPr>
        <p:spPr>
          <a:xfrm>
            <a:off x="13351705" y="202649"/>
            <a:ext cx="875469" cy="204095"/>
          </a:xfrm>
          <a:prstGeom prst="rect">
            <a:avLst/>
          </a:prstGeom>
          <a:solidFill>
            <a:srgbClr val="A3B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rgbClr val="000A35"/>
                </a:solidFill>
                <a:latin typeface="Graphik"/>
              </a:rPr>
              <a:t>Blue 200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535D44F-DF19-2C23-A0F5-070838AC45CD}"/>
              </a:ext>
            </a:extLst>
          </p:cNvPr>
          <p:cNvSpPr/>
          <p:nvPr/>
        </p:nvSpPr>
        <p:spPr>
          <a:xfrm>
            <a:off x="13351704" y="406375"/>
            <a:ext cx="875471" cy="204095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Blue 300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5F08F3-B805-EDDB-12A8-A7E6ACBE582F}"/>
              </a:ext>
            </a:extLst>
          </p:cNvPr>
          <p:cNvSpPr/>
          <p:nvPr/>
        </p:nvSpPr>
        <p:spPr>
          <a:xfrm>
            <a:off x="13351706" y="609025"/>
            <a:ext cx="875469" cy="204095"/>
          </a:xfrm>
          <a:prstGeom prst="rect">
            <a:avLst/>
          </a:prstGeom>
          <a:solidFill>
            <a:srgbClr val="0A2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Blue 400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59C4131-AF5A-1218-B24C-832A639C3A56}"/>
              </a:ext>
            </a:extLst>
          </p:cNvPr>
          <p:cNvSpPr/>
          <p:nvPr/>
        </p:nvSpPr>
        <p:spPr>
          <a:xfrm>
            <a:off x="13351706" y="812283"/>
            <a:ext cx="875469" cy="204095"/>
          </a:xfrm>
          <a:prstGeom prst="rect">
            <a:avLst/>
          </a:prstGeom>
          <a:solidFill>
            <a:srgbClr val="061A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Blue 500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3DDDA7-C813-8D80-0AF4-F7E7BE1E2799}"/>
              </a:ext>
            </a:extLst>
          </p:cNvPr>
          <p:cNvSpPr/>
          <p:nvPr/>
        </p:nvSpPr>
        <p:spPr>
          <a:xfrm>
            <a:off x="13351705" y="1014933"/>
            <a:ext cx="875469" cy="204095"/>
          </a:xfrm>
          <a:prstGeom prst="rect">
            <a:avLst/>
          </a:prstGeom>
          <a:solidFill>
            <a:srgbClr val="000A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500" spc="-20">
                <a:solidFill>
                  <a:schemeClr val="bg1"/>
                </a:solidFill>
                <a:latin typeface="Graphik"/>
              </a:rPr>
              <a:t>Text only (on blue)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A95494-55E5-15FA-F2B7-39E68F705FDC}"/>
              </a:ext>
            </a:extLst>
          </p:cNvPr>
          <p:cNvSpPr txBox="1"/>
          <p:nvPr userDrawn="1"/>
        </p:nvSpPr>
        <p:spPr>
          <a:xfrm>
            <a:off x="12412241" y="-306650"/>
            <a:ext cx="876544" cy="92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alpha val="10000"/>
                  </a:scheme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COLOR PALETTES</a:t>
            </a:r>
          </a:p>
        </p:txBody>
      </p:sp>
      <p:sp>
        <p:nvSpPr>
          <p:cNvPr id="70" name="master.guide.eyebrow.shape">
            <a:extLst>
              <a:ext uri="{FF2B5EF4-FFF2-40B4-BE49-F238E27FC236}">
                <a16:creationId xmlns:a16="http://schemas.microsoft.com/office/drawing/2014/main" id="{63809201-0109-3FD3-A70E-D0897AE22536}"/>
              </a:ext>
            </a:extLst>
          </p:cNvPr>
          <p:cNvSpPr/>
          <p:nvPr userDrawn="1"/>
        </p:nvSpPr>
        <p:spPr>
          <a:xfrm rot="10800000">
            <a:off x="13121374" y="-282292"/>
            <a:ext cx="66198" cy="54864"/>
          </a:xfrm>
          <a:prstGeom prst="triangle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bg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alpha val="10000"/>
                </a:schemeClr>
              </a:solidFill>
            </a:endParaRPr>
          </a:p>
        </p:txBody>
      </p:sp>
      <p:cxnSp>
        <p:nvCxnSpPr>
          <p:cNvPr id="72" name="master.guide.eyebrow.line">
            <a:extLst>
              <a:ext uri="{FF2B5EF4-FFF2-40B4-BE49-F238E27FC236}">
                <a16:creationId xmlns:a16="http://schemas.microsoft.com/office/drawing/2014/main" id="{95C3120A-38B9-636C-61FE-6B6CE40A3B40}"/>
              </a:ext>
            </a:extLst>
          </p:cNvPr>
          <p:cNvCxnSpPr/>
          <p:nvPr userDrawn="1"/>
        </p:nvCxnSpPr>
        <p:spPr>
          <a:xfrm>
            <a:off x="12412241" y="-373801"/>
            <a:ext cx="1213119" cy="0"/>
          </a:xfrm>
          <a:prstGeom prst="line">
            <a:avLst/>
          </a:prstGeom>
          <a:ln w="9525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75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7" r:id="rId3"/>
    <p:sldLayoutId id="2147483670" r:id="rId4"/>
    <p:sldLayoutId id="2147483673" r:id="rId5"/>
    <p:sldLayoutId id="2147483675" r:id="rId6"/>
    <p:sldLayoutId id="2147483676" r:id="rId7"/>
    <p:sldLayoutId id="2147483678" r:id="rId8"/>
    <p:sldLayoutId id="2147483682" r:id="rId9"/>
    <p:sldLayoutId id="2147483684" r:id="rId10"/>
    <p:sldLayoutId id="2147483664" r:id="rId11"/>
    <p:sldLayoutId id="2147483666" r:id="rId12"/>
    <p:sldLayoutId id="2147483668" r:id="rId13"/>
    <p:sldLayoutId id="2147483669" r:id="rId14"/>
    <p:sldLayoutId id="2147483671" r:id="rId15"/>
    <p:sldLayoutId id="2147483672" r:id="rId16"/>
    <p:sldLayoutId id="2147483674" r:id="rId17"/>
    <p:sldLayoutId id="2147483677" r:id="rId18"/>
    <p:sldLayoutId id="2147483679" r:id="rId19"/>
    <p:sldLayoutId id="2147483683" r:id="rId20"/>
    <p:sldLayoutId id="2147483685" r:id="rId21"/>
  </p:sldLayoutIdLst>
  <p:txStyles>
    <p:titleStyle>
      <a:lvl1pPr algn="l" defTabSz="914400" rtl="0" eaLnBrk="1" latinLnBrk="0" hangingPunct="1">
        <a:lnSpc>
          <a:spcPct val="79000"/>
        </a:lnSpc>
        <a:spcBef>
          <a:spcPct val="0"/>
        </a:spcBef>
        <a:buNone/>
        <a:defRPr kumimoji="0" lang="en-US" sz="4000" b="0" i="0" u="none" strike="noStrike" kern="1200" cap="none" spc="-200" normalizeH="0" baseline="0" dirty="0">
          <a:ln>
            <a:noFill/>
          </a:ln>
          <a:solidFill>
            <a:schemeClr val="tx1"/>
          </a:solidFill>
          <a:effectLst/>
          <a:uLnTx/>
          <a:uFillTx/>
          <a:latin typeface="Graphik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00" kern="1200" spc="-5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tabLst>
          <a:tab pos="342900" algn="l"/>
        </a:tabLst>
        <a:defRPr sz="1200" kern="12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8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59" userDrawn="1">
          <p15:clr>
            <a:srgbClr val="A4A3A4"/>
          </p15:clr>
        </p15:guide>
        <p15:guide id="3" pos="81">
          <p15:clr>
            <a:srgbClr val="F26B43"/>
          </p15:clr>
        </p15:guide>
        <p15:guide id="4" pos="7599">
          <p15:clr>
            <a:srgbClr val="F26B43"/>
          </p15:clr>
        </p15:guide>
        <p15:guide id="5" pos="3921" userDrawn="1">
          <p15:clr>
            <a:srgbClr val="A4A3A4"/>
          </p15:clr>
        </p15:guide>
        <p15:guide id="6" pos="1839" userDrawn="1">
          <p15:clr>
            <a:srgbClr val="A4A3A4"/>
          </p15:clr>
        </p15:guide>
        <p15:guide id="7" pos="2001" userDrawn="1">
          <p15:clr>
            <a:srgbClr val="A4A3A4"/>
          </p15:clr>
        </p15:guide>
        <p15:guide id="8" pos="5678" userDrawn="1">
          <p15:clr>
            <a:srgbClr val="A4A3A4"/>
          </p15:clr>
        </p15:guide>
        <p15:guide id="9" pos="5841" userDrawn="1">
          <p15:clr>
            <a:srgbClr val="A4A3A4"/>
          </p15:clr>
        </p15:guide>
        <p15:guide id="10" orient="horz" pos="4239">
          <p15:clr>
            <a:srgbClr val="A4A3A4"/>
          </p15:clr>
        </p15:guide>
        <p15:guide id="11" orient="horz" pos="3837">
          <p15:clr>
            <a:srgbClr val="F26B43"/>
          </p15:clr>
        </p15:guide>
        <p15:guide id="12" orient="horz" pos="563">
          <p15:clr>
            <a:srgbClr val="5ACBF0"/>
          </p15:clr>
        </p15:guide>
        <p15:guide id="13" orient="horz" pos="72" userDrawn="1">
          <p15:clr>
            <a:srgbClr val="A4A3A4"/>
          </p15:clr>
        </p15:guide>
        <p15:guide id="15" orient="horz" pos="2080">
          <p15:clr>
            <a:srgbClr val="5ACBF0"/>
          </p15:clr>
        </p15:guide>
        <p15:guide id="16" orient="horz" pos="2240">
          <p15:clr>
            <a:srgbClr val="5ACBF0"/>
          </p15:clr>
        </p15:guide>
        <p15:guide id="17" pos="1920">
          <p15:clr>
            <a:srgbClr val="5ACBF0"/>
          </p15:clr>
        </p15:guide>
        <p15:guide id="18" pos="3840">
          <p15:clr>
            <a:srgbClr val="5ACBF0"/>
          </p15:clr>
        </p15:guide>
        <p15:guide id="19" pos="5760">
          <p15:clr>
            <a:srgbClr val="5ACBF0"/>
          </p15:clr>
        </p15:guide>
        <p15:guide id="20" orient="horz" pos="482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Accenture Song 2030">
  <a:themeElements>
    <a:clrScheme name="Accenture Song 2030">
      <a:dk1>
        <a:srgbClr val="000000"/>
      </a:dk1>
      <a:lt1>
        <a:srgbClr val="FFFFFF"/>
      </a:lt1>
      <a:dk2>
        <a:srgbClr val="000000"/>
      </a:dk2>
      <a:lt2>
        <a:srgbClr val="DADADA"/>
      </a:lt2>
      <a:accent1>
        <a:srgbClr val="A100FF"/>
      </a:accent1>
      <a:accent2>
        <a:srgbClr val="460073"/>
      </a:accent2>
      <a:accent3>
        <a:srgbClr val="7500C0"/>
      </a:accent3>
      <a:accent4>
        <a:srgbClr val="C2A3FF"/>
      </a:accent4>
      <a:accent5>
        <a:srgbClr val="E6DCFF"/>
      </a:accent5>
      <a:accent6>
        <a:srgbClr val="FF50A0"/>
      </a:accent6>
      <a:hlink>
        <a:srgbClr val="A100FF"/>
      </a:hlink>
      <a:folHlink>
        <a:srgbClr val="C2A3FF"/>
      </a:folHlink>
    </a:clrScheme>
    <a:fontScheme name="Accenture Song 2030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6350">
          <a:noFill/>
        </a:ln>
      </a:spPr>
      <a:bodyPr lIns="128016" tIns="128016" rIns="128016" bIns="128016" rtlCol="0" anchor="t">
        <a:noAutofit/>
      </a:bodyPr>
      <a:lstStyle>
        <a:defPPr algn="l">
          <a:lnSpc>
            <a:spcPct val="105000"/>
          </a:lnSpc>
          <a:defRPr sz="1200" spc="-30" dirty="0">
            <a:solidFill>
              <a:schemeClr val="tx1"/>
            </a:solidFill>
            <a:latin typeface="Graphik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defRPr sz="1600" spc="-5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3B4A00-F136-4C58-A85A-13E8FB405B5B}">
  <we:reference id="10de6a62-6d70-4d42-bd5b-f92d203deaab" version="26.3.27.0" store="EXCatalog" storeType="EXCatalog"/>
  <we:alternateReferences/>
  <we:properties>
    <we:property name="clientName" value="&quot;Meta&quot;"/>
    <we:property name="imageSearchSources" value="{&quot;proposalImageLibrary&quot;:false,&quot;accentureBrandspace&quot;:false}"/>
    <we:property name="opportunityId" value="&quot;99999999&quot;"/>
    <we:property name="selectedLanguage" value="&quot;Auto Detect&quot;"/>
    <we:property name="proposal_builder_state" value="{&quot;uploadedFilesMeta&quot;:[{&quot;name&quot;:&quot;CMT Branding Brief.docx&quot;,&quot;size&quot;:38,&quot;uploaded&quot;:38}],&quot;extractedDocs&quot;:[{&quot;name&quot;:&quot;CMT Branding Brief.docx&quot;,&quot;content&quot;:&quot;Brief \n\nProject Overview\n\nProject Name: CMT BrandingClient / Stakeholders: Dan Rice + steerco (John Chleborad, Katy Ahern, Diego Berlingeri, Bill Collins, Matt Dobbin, Zoey Farooq, Dustan Li, Analia Plee, Suzanne Randall, Pat Rowley, Michelle Schneider)Prepared By: Lily TriantafillouDate: September 9, 2025Reference Materials: \n\nhttps://ts.accenture.com/sites/BrandSpace/  \n\nH&amp;PS Deck\n\nCMT Stats in Teams Folder\n\nWBS: TKTK\n\nBudget: $30K\n\n\n\nPurpose &amp; Goals\n\nBusiness Problem: The absence of a clearly defined CMT culture, tone, and cohesion creates a gap – missing the opportunity to unite people around a shared rallying cry and core principles. Primary Goal(s): Foster a sense of community among CMT members through personalized communications that align them with a shared culture and common goals.KPIs: Deck downloads, template downloads, background downloads, signature/logo downloads\n\nTarget Audience\n\nWho are we talking to? First and primarily to the CMT community, secondarily to an Accenture-wide audience.Current State: Branding/culture efforts have not been announced but will be on October 6th during a CMT town hall.Desired Future State: A CMT community that understands the culture, tone, direction of the industry group and feels a sense of belonging.\n\nMessaging Framework\n\nMain Proposition: CMT leads the way at AccentureSupport Points:Mandatories:\n\nCreative Direction\n\nTone &amp; Style: Modern, welcomingVisual Inspiration: H&amp;PS walking deckArt Direction Notes:\n\nDeliverables &amp; Channels\n\nRequired Assets:\n\nCMT Walking Deck (5-7 slides)\n\nPPT template\n\nCMT “logo”\n\n2 Teams Backgrounds\n\nEmail banner\n\nSpecs &amp; Formats: NADistribution Plan: October 6th rollout\n\n\n\nTeam &amp; Roles\n\nExec Sponsor: Pat RowleyProject Lead: Lily TriantafillouCopy Lead: Kevin MalloneDesign Lead: Emerson Castro, Miles CheungApprover(s): Dan RiceOther Contributors:\n\nTimeline &amp; Milestones\n\nKickoff Date: 9/15First Draft Due: 9/18Review Cycles: 2-3Final Delivery Date: 10/3\n\nAccessibility &amp; Inclusion\n\nAccessibility Guidelines:Inclusive Content Considerations:\n\nAdditional Context\n\nConnected Programs or Campaigns: See H&amp;PS workRisks or Constraints:Notes for Creative Services or Agency Partners:\n\n&quot;}],&quot;treeData&quot;:{&quot;Sections&quot;:[{&quot;SectionId&quot;:&quot;1&quot;,&quot;SectionName&quot;:&quot;Brief Project Overview&quot;,&quot;Description&quot;:&quot;&quot;,&quot;Questions&quot;:[],&quot;Subsections&quot;:[]},{&quot;SectionId&quot;:&quot;2&quot;,&quot;SectionName&quot;:&quot;Purpose &amp; Goals&quot;,&quot;Description&quot;:&quot;&quot;,&quot;Questions&quot;:[],&quot;Subsections&quot;:[]},{&quot;SectionId&quot;:&quot;3&quot;,&quot;SectionName&quot;:&quot;Target Audience&quot;,&quot;Description&quot;:&quot;&quot;,&quot;Questions&quot;:[],&quot;Subsections&quot;:[]},{&quot;SectionId&quot;:&quot;4&quot;,&quot;SectionName&quot;:&quot;Messaging Framework&quot;,&quot;Description&quot;:&quot;&quot;,&quot;Questions&quot;:[],&quot;Subsections&quot;:[]},{&quot;SectionId&quot;:&quot;5&quot;,&quot;SectionName&quot;:&quot;Creative Direction&quot;,&quot;Description&quot;:&quot;&quot;,&quot;Questions&quot;:[],&quot;Subsections&quot;:[]},{&quot;SectionId&quot;:&quot;6&quot;,&quot;SectionName&quot;:&quot;Deliverables &amp; Channels&quot;,&quot;Description&quot;:&quot;&quot;,&quot;Questions&quot;:[],&quot;Subsections&quot;:[{&quot;SectionId&quot;:&quot;6.1&quot;,&quot;SectionName&quot;:&quot;Required Assets&quot;,&quot;Description&quot;:&quot;&quot;,&quot;Questions&quot;:[{&quot;QuestionId&quot;:&quot;6.1.1&quot;,&quot;Question&quot;:&quot;CMT Walking Deck (5-7 slides)&quot;,&quot;QuestionType&quot;:&quot;vendor&quot;},{&quot;QuestionId&quot;:&quot;6.1.2&quot;,&quot;Question&quot;:&quot;PPT template&quot;,&quot;QuestionType&quot;:&quot;vendor&quot;},{&quot;QuestionId&quot;:&quot;6.1.3&quot;,&quot;Question&quot;:&quot;CMT “logo”&quot;,&quot;QuestionType&quot;:&quot;vendor&quot;},{&quot;QuestionId&quot;:&quot;6.1.4&quot;,&quot;Question&quot;:&quot;2 Teams Backgrounds&quot;,&quot;QuestionType&quot;:&quot;vendor&quot;},{&quot;QuestionId&quot;:&quot;6.1.5&quot;,&quot;Question&quot;:&quot;Email banner&quot;,&quot;QuestionType&quot;:&quot;vendor&quot;}],&quot;Subsections&quot;:[]},{&quot;SectionId&quot;:&quot;6.2&quot;,&quot;SectionName&quot;:&quot;Specs &amp; Formats&quot;,&quot;Description&quot;:&quot;&quot;,&quot;Questions&quot;:[],&quot;Subsections&quot;:[]},{&quot;SectionId&quot;:&quot;6.3&quot;,&quot;SectionName&quot;:&quot;Distribution Plan&quot;,&quot;Description&quot;:&quot;&quot;,&quot;Questions&quot;:[],&quot;Subsections&quot;:[]}]},{&quot;SectionId&quot;:&quot;7&quot;,&quot;SectionName&quot;:&quot;Team &amp; Roles&quot;,&quot;Description&quot;:&quot;&quot;,&quot;Questions&quot;:[],&quot;Subsections&quot;:[]},{&quot;SectionId&quot;:&quot;8&quot;,&quot;SectionName&quot;:&quot;Timeline &amp; Milestones&quot;,&quot;Description&quot;:&quot;&quot;,&quot;Questions&quot;:[],&quot;Subsections&quot;:[]},{&quot;SectionId&quot;:&quot;9&quot;,&quot;SectionName&quot;:&quot;Accessibility &amp; Inclusion&quot;,&quot;Description&quot;:&quot;&quot;,&quot;Questions&quot;:[],&quot;Subsections&quot;:[{&quot;SectionId&quot;:&quot;9.1&quot;,&quot;SectionName&quot;:&quot;Accessibility Guidelines&quot;,&quot;Description&quot;:&quot;&quot;,&quot;Questions&quot;:[],&quot;Subsections&quot;:[]},{&quot;SectionId&quot;:&quot;9.2&quot;,&quot;SectionName&quot;:&quot;Inclusive Content Considerations&quot;,&quot;Description&quot;:&quot;&quot;,&quot;Questions&quot;:[],&quot;Subsections&quot;:[]}]},{&quot;SectionId&quot;:&quot;10&quot;,&quot;SectionName&quot;:&quot;Additional Context&quot;,&quot;Description&quot;:&quot;&quot;,&quot;Questions&quot;:[],&quot;Subsections&quot;:[{&quot;SectionId&quot;:&quot;10.1&quot;,&quot;SectionName&quot;:&quot;Connected Programs or Campaigns&quot;,&quot;Description&quot;:&quot;&quot;,&quot;Questions&quot;:[],&quot;Subsections&quot;:[]},{&quot;SectionId&quot;:&quot;10.2&quot;,&quot;SectionName&quot;:&quot;Risks or Constraints&quot;,&quot;Description&quot;:&quot;&quot;,&quot;Questions&quot;:[],&quot;Subsections&quot;:[]},{&quot;SectionId&quot;:&quot;10.3&quot;,&quot;SectionName&quot;:&quot;Notes for Creative Services or Agency Partners&quot;,&quot;Description&quot;:&quot;&quot;,&quot;Questions&quot;:[],&quot;Subsections&quot;:[]}]}]},&quot;RFXfileName&quot;:&quot;RFX_Outline_07-07-2026.xlsx&quot;,&quot;showEdit&quot;:true,&quot;uploadStarted&quot;:true,&quot;uploadCompleted&quot;:true,&quot;outlineCreated&quot;:true,&quot;outlineDownloaded&quot;:false,&quot;fileUploadSuccess&quot;:[]}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FB493CE4B57A408D5CF13288BE4C7C" ma:contentTypeVersion="15" ma:contentTypeDescription="Create a new document." ma:contentTypeScope="" ma:versionID="b62f1c8f1e5713fee2040e3ee2ce01da">
  <xsd:schema xmlns:xsd="http://www.w3.org/2001/XMLSchema" xmlns:xs="http://www.w3.org/2001/XMLSchema" xmlns:p="http://schemas.microsoft.com/office/2006/metadata/properties" xmlns:ns2="d1a3bdec-58f7-4a5b-87d4-475709af6e7a" xmlns:ns3="baeb57f0-a95a-4492-877c-c352e02de2e5" targetNamespace="http://schemas.microsoft.com/office/2006/metadata/properties" ma:root="true" ma:fieldsID="41edffca820e9505a345d6112293ece1" ns2:_="" ns3:_="">
    <xsd:import namespace="d1a3bdec-58f7-4a5b-87d4-475709af6e7a"/>
    <xsd:import namespace="baeb57f0-a95a-4492-877c-c352e02de2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3bdec-58f7-4a5b-87d4-475709af6e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2" nillable="true" ma:displayName="Notes" ma:description="When to use each document.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eb57f0-a95a-4492-877c-c352e02de2e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c2fbf2f-b289-42b7-9c83-dcab1421375a}" ma:internalName="TaxCatchAll" ma:showField="CatchAllData" ma:web="baeb57f0-a95a-4492-877c-c352e02de2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d1a3bdec-58f7-4a5b-87d4-475709af6e7a" xsi:nil="true"/>
    <TaxCatchAll xmlns="baeb57f0-a95a-4492-877c-c352e02de2e5" xsi:nil="true"/>
    <lcf76f155ced4ddcb4097134ff3c332f xmlns="d1a3bdec-58f7-4a5b-87d4-475709af6e7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A4A8FD-9A35-4BC6-8176-7593E4A498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74C223-4ECD-49F6-A18F-7D1D85D2EC88}">
  <ds:schemaRefs>
    <ds:schemaRef ds:uri="baeb57f0-a95a-4492-877c-c352e02de2e5"/>
    <ds:schemaRef ds:uri="d1a3bdec-58f7-4a5b-87d4-475709af6e7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43F2DE1-199D-4680-B4BA-698C891A3B94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baeb57f0-a95a-4492-877c-c352e02de2e5"/>
    <ds:schemaRef ds:uri="d1a3bdec-58f7-4a5b-87d4-475709af6e7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 Song 2030</Template>
  <TotalTime>1652</TotalTime>
  <Words>38142</Words>
  <Application>Microsoft Office PowerPoint</Application>
  <PresentationFormat>Widescreen</PresentationFormat>
  <Paragraphs>8812</Paragraphs>
  <Slides>255</Slides>
  <Notes>67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255</vt:i4>
      </vt:variant>
    </vt:vector>
  </HeadingPairs>
  <TitlesOfParts>
    <vt:vector size="263" baseType="lpstr">
      <vt:lpstr>Aptos</vt:lpstr>
      <vt:lpstr>Graphik</vt:lpstr>
      <vt:lpstr>Graphik Medium</vt:lpstr>
      <vt:lpstr>Arial</vt:lpstr>
      <vt:lpstr>Graphik Regular</vt:lpstr>
      <vt:lpstr>Montserrat</vt:lpstr>
      <vt:lpstr>Graphik Semibold</vt:lpstr>
      <vt:lpstr>Accenture Song 2030</vt:lpstr>
      <vt:lpstr>Presentation Template </vt:lpstr>
      <vt:lpstr>PowerPoint Presentation</vt:lpstr>
      <vt:lpstr>PowerPoint Presentation</vt:lpstr>
      <vt:lpstr>PowerPoint Presentation</vt:lpstr>
      <vt:lpstr>Using our template</vt:lpstr>
      <vt:lpstr>An introduction to our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tips &amp; tricks</vt:lpstr>
      <vt:lpstr>PowerPoint Presentation</vt:lpstr>
      <vt:lpstr>PowerPoint Presentation</vt:lpstr>
      <vt:lpstr>PowerPoint Presentation</vt:lpstr>
      <vt:lpstr>PowerPoint Presentation</vt:lpstr>
      <vt:lpstr>Guidelines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Templates</vt:lpstr>
      <vt:lpstr>PowerPoint Presentation</vt:lpstr>
      <vt:lpstr>Song 2030 </vt:lpstr>
      <vt:lpstr>Song 2030 </vt:lpstr>
      <vt:lpstr>Song 2030 </vt:lpstr>
      <vt:lpstr>Song 2030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 here</vt:lpstr>
      <vt:lpstr>Title here</vt:lpstr>
      <vt:lpstr>Title here</vt:lpstr>
      <vt:lpstr>Title here</vt:lpstr>
      <vt:lpstr>Title here</vt:lpstr>
      <vt:lpstr>Title here</vt:lpstr>
      <vt:lpstr>Title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70+ countries</vt:lpstr>
      <vt:lpstr>90k+ makers</vt:lpstr>
      <vt:lpstr>One global studio</vt:lpstr>
      <vt:lpstr>PowerPoint Presentation</vt:lpstr>
      <vt:lpstr>An accelerating world demands reinvention.</vt:lpstr>
      <vt:lpstr>An accelerating world demands reinvention.</vt:lpstr>
      <vt:lpstr>PowerPoint Presentation</vt:lpstr>
      <vt:lpstr>PowerPoint Presentation</vt:lpstr>
      <vt:lpstr>You either grow into the future or you are shrinking into the past.</vt:lpstr>
      <vt:lpstr>You either grow into the future or you are shrinking into the past.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and digital products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team</vt:lpstr>
      <vt:lpstr>Our team</vt:lpstr>
      <vt:lpstr>Our team</vt:lpstr>
      <vt:lpstr>Our team</vt:lpstr>
      <vt:lpstr>Our team</vt:lpstr>
      <vt:lpstr>Our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Song Master Template</dc:title>
  <dc:subject>Song Master Template for PowerPoint</dc:subject>
  <dc:creator>Accenture Song Presentation Design</dc:creator>
  <dc:description/>
  <cp:lastModifiedBy>Bunker, Chris</cp:lastModifiedBy>
  <cp:revision>5</cp:revision>
  <dcterms:created xsi:type="dcterms:W3CDTF">2026-05-29T18:48:46Z</dcterms:created>
  <dcterms:modified xsi:type="dcterms:W3CDTF">2026-08-27T23:31:13Z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0x0101000DFB493CE4B57A408D5CF13288BE4C7C</vt:lpwstr>
  </property>
  <property fmtid="{D5CDD505-2E9C-101B-9397-08002B2CF9AE}" pid="3" name="MediaServiceImageTags">
    <vt:lpwstr/>
  </property>
</Properties>
</file>